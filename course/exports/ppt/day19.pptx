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19: Function Calling / Tool Use（重点日！）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19: Function Calling / Tool Use（重点日！）</a:t>
            </a:r>
          </a:p>
          <a:p>
            <a:pPr>
              <a:defRPr sz="1400"/>
            </a:pPr>
            <a:r>
              <a:t>零基础大模型应用开发 70 天培训课程  第 19/70 天  大模型基础理论与 Prompt 工程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19.1 Function Calling 完整流程</a:t>
            </a:r>
          </a:p>
          <a:p>
            <a:pPr>
              <a:defRPr sz="1400"/>
            </a:pPr>
            <a:r>
              <a:t>用户: "北京今天天气怎么样？"</a:t>
            </a:r>
          </a:p>
          <a:p>
            <a:pPr>
              <a:defRPr sz="1400"/>
            </a:pPr>
            <a:r>
              <a:t>↓</a:t>
            </a:r>
          </a:p>
          <a:p>
            <a:pPr>
              <a:defRPr sz="1400"/>
            </a:pPr>
            <a:r>
              <a:t>LLM 思考: 需要调用天气工具</a:t>
            </a:r>
          </a:p>
          <a:p>
            <a:pPr>
              <a:defRPr sz="1400"/>
            </a:pPr>
            <a:r>
              <a:t>↓</a:t>
            </a:r>
          </a:p>
          <a:p>
            <a:pPr>
              <a:defRPr sz="1400"/>
            </a:pPr>
            <a:r>
              <a:t>LLM 返回: tool_call {name: "get_weather", args: {city: "北京"}}</a:t>
            </a:r>
          </a:p>
          <a:p>
            <a:pPr>
              <a:defRPr sz="1400"/>
            </a:pPr>
            <a:r>
              <a:t>↓</a:t>
            </a:r>
          </a:p>
          <a:p>
            <a:pPr>
              <a:defRPr sz="1400"/>
            </a:pPr>
            <a:r>
              <a:t>你的代码: 执行 get_weather("北京") → "晴, 25°C"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18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Function Calling 原理与完整流程图解</a:t>
            </a:r>
          </a:p>
          <a:p>
            <a:pPr>
              <a:defRPr sz="1400"/>
            </a:pPr>
            <a:r>
              <a:t>- 定义工具 Schema、模型返回工具调用、执行并回传结果</a:t>
            </a:r>
          </a:p>
          <a:p>
            <a:pPr>
              <a:defRPr sz="1400"/>
            </a:pPr>
            <a:r>
              <a:t>- 多工具场景：天气查询 + 计算器 + 数据库查询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Function Calling</a:t>
            </a:r>
          </a:p>
          <a:p>
            <a:pPr>
              <a:defRPr sz="1400"/>
            </a:pPr>
            <a:r>
              <a:t>- Tool Schema</a:t>
            </a:r>
          </a:p>
          <a:p>
            <a:pPr>
              <a:defRPr sz="1400"/>
            </a:pPr>
            <a:r>
              <a:t>- 工具编排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Function Calling 原理与完整流程图解</a:t>
            </a:r>
          </a:p>
          <a:p>
            <a:pPr>
              <a:defRPr sz="1400"/>
            </a:pPr>
            <a:r>
              <a:t>Python 函数核心语法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def greet(name: str, greeting: str = "你好") - str:</a:t>
            </a:r>
          </a:p>
          <a:p>
            <a:pPr>
              <a:defRPr sz="1400"/>
            </a:pPr>
            <a:r>
              <a:t>"""问候函数 — 文档字符串说明用途"""</a:t>
            </a:r>
          </a:p>
          <a:p>
            <a:pPr>
              <a:defRPr sz="1400"/>
            </a:pPr>
            <a:r>
              <a:t>return f"{greeting}, {name}!"</a:t>
            </a:r>
          </a:p>
          <a:p>
            <a:pPr>
              <a:defRPr sz="1400"/>
            </a:pPr>
            <a:r>
              <a:t>调用</a:t>
            </a:r>
          </a:p>
          <a:p>
            <a:pPr>
              <a:defRPr sz="1400"/>
            </a:pPr>
            <a:r>
              <a:t>print(greet("张三"))            你好, 张三!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多工具 AI 助手（纯 API）</a:t>
            </a:r>
          </a:p>
          <a:p>
            <a:pPr>
              <a:defRPr sz="1400"/>
            </a:pPr>
            <a:r>
              <a:t>- 手写一个能查天气、算数学题的 AI 助手（不用框架，纯 API）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多工具 AI 助手（纯 API）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day19_project/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请用自己的话解释「Function Calling」是什么，并举一个与大模型开发相关的例子。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16-19 所学填写）</a:t>
            </a:r>
          </a:p>
          <a:p>
            <a:pPr>
              <a:defRPr sz="1400"/>
            </a:pPr>
            <a:r>
              <a:t>- 后续应用: 将在 Day 26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请用自己的话解释「Tool Schema」是什么，并举一个与大模型开发相关的例子。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完成今日实操项目「多工具 AI 助手（纯 API）」</a:t>
            </a:r>
          </a:p>
          <a:p>
            <a:pPr>
              <a:defRPr sz="1400"/>
            </a:pPr>
            <a:r>
              <a:t>2. 提交代码到 GitHub（commit message: Day 19: 多工具 AI 助手（纯 API））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绘制 Function Calling 时序图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