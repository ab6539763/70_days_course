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9: 面向对象编程（下）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9: 面向对象编程（下）</a:t>
            </a:r>
          </a:p>
          <a:p>
            <a:pPr>
              <a:defRPr sz="1400"/>
            </a:pPr>
            <a:r>
              <a:t>零基础大模型应用开发 70 天培训课程  第 9/70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9.1 继承与多态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class BaseModel:</a:t>
            </a:r>
          </a:p>
          <a:p>
            <a:pPr>
              <a:defRPr sz="1400"/>
            </a:pPr>
            <a:r>
              <a:t>def __init__(self, model_name: str, api_key: str):</a:t>
            </a:r>
          </a:p>
          <a:p>
            <a:pPr>
              <a:defRPr sz="1400"/>
            </a:pPr>
            <a:r>
              <a:t>self.model_name = model_name</a:t>
            </a:r>
          </a:p>
          <a:p>
            <a:pPr>
              <a:defRPr sz="1400"/>
            </a:pPr>
            <a:r>
              <a:t>self.api_key = api_key</a:t>
            </a:r>
          </a:p>
          <a:p>
            <a:pPr>
              <a:defRPr sz="1400"/>
            </a:pPr>
            <a:r>
              <a:t>def chat(self, messages: list) - str:</a:t>
            </a:r>
          </a:p>
          <a:p>
            <a:pPr>
              <a:defRPr sz="1400"/>
            </a:pPr>
            <a:r>
              <a:t>raise NotImplementedError("子类必须实现 chat 方法")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8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继承、多态、方法重写、super()</a:t>
            </a:r>
          </a:p>
          <a:p>
            <a:pPr>
              <a:defRPr sz="1400"/>
            </a:pPr>
            <a:r>
              <a:t>- 魔术方法(__str__、__repr__、__call__)、属性装饰器 @property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继承</a:t>
            </a:r>
          </a:p>
          <a:p>
            <a:pPr>
              <a:defRPr sz="1400"/>
            </a:pPr>
            <a:r>
              <a:t>- 多态</a:t>
            </a:r>
          </a:p>
          <a:p>
            <a:pPr>
              <a:defRPr sz="1400"/>
            </a:pPr>
            <a:r>
              <a:t>- 魔术方法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继承、多态、方法重写、super()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继承、多态、方法重写、super()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7 的知识形成递进</a:t>
            </a:r>
          </a:p>
          <a:p>
            <a:pPr>
              <a:defRPr sz="1400"/>
            </a:pPr>
            <a:r>
              <a:t>- 为 Day 12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多模型类继承结构</a:t>
            </a:r>
          </a:p>
          <a:p>
            <a:pPr>
              <a:defRPr sz="1400"/>
            </a:pPr>
            <a:r>
              <a:t>- 设计 BaseModel → OpenAIModel / QwenModel 的类继承结构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多模型类继承结构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day09_project/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请用自己的话解释「继承」是什么，并举一个与大模型开发相关的例子。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6-9 所学填写）</a:t>
            </a:r>
          </a:p>
          <a:p>
            <a:pPr>
              <a:defRPr sz="1400"/>
            </a:pPr>
            <a:r>
              <a:t>- 后续应用: 将在 Day 16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请用自己的话解释「多态」是什么，并举一个与大模型开发相关的例子。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完成今日实操项目「多模型类继承结构」</a:t>
            </a:r>
          </a:p>
          <a:p>
            <a:pPr>
              <a:defRPr sz="1400"/>
            </a:pPr>
            <a:r>
              <a:t>2. 提交代码到 GitHub（commit message: Day 9: 多模型类继承结构）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为模型类添加统一 chat() 接口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