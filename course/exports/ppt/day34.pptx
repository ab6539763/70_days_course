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34: RAG 评估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34: RAG 评估</a:t>
            </a:r>
          </a:p>
          <a:p>
            <a:pPr>
              <a:defRPr sz="1400"/>
            </a:pPr>
            <a:r>
              <a:t>零基础大模型应用开发 70 天培训课程  第 34/70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34.1 Ragas 评估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ragas import evaluate</a:t>
            </a:r>
          </a:p>
          <a:p>
            <a:pPr>
              <a:defRPr sz="1400"/>
            </a:pPr>
            <a:r>
              <a:t>from ragas.metrics import (</a:t>
            </a:r>
          </a:p>
          <a:p>
            <a:pPr>
              <a:defRPr sz="1400"/>
            </a:pPr>
            <a:r>
              <a:t>faithfulness,</a:t>
            </a:r>
          </a:p>
          <a:p>
            <a:pPr>
              <a:defRPr sz="1400"/>
            </a:pPr>
            <a:r>
              <a:t>answer_relevancy,</a:t>
            </a:r>
          </a:p>
          <a:p>
            <a:pPr>
              <a:defRPr sz="1400"/>
            </a:pPr>
            <a:r>
              <a:t>context_precision,</a:t>
            </a:r>
          </a:p>
          <a:p>
            <a:pPr>
              <a:defRPr sz="1400"/>
            </a:pPr>
            <a:r>
              <a:t>context_recall,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33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评估指标: 忠实度、答案相关性、上下文精确率/召回率</a:t>
            </a:r>
          </a:p>
          <a:p>
            <a:pPr>
              <a:defRPr sz="1400"/>
            </a:pPr>
            <a:r>
              <a:t>- Ragas 评估框架实战、构建测试集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Ragas</a:t>
            </a:r>
          </a:p>
          <a:p>
            <a:pPr>
              <a:defRPr sz="1400"/>
            </a:pPr>
            <a:r>
              <a:t>- 忠实度</a:t>
            </a:r>
          </a:p>
          <a:p>
            <a:pPr>
              <a:defRPr sz="1400"/>
            </a:pPr>
            <a:r>
              <a:t>- 召回率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评估指标: 忠实度、答案相关性、上下文精确率/召回率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评估指标: 忠实度、答案相关性、上下文精确率/召回率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32 的知识形成递进</a:t>
            </a:r>
          </a:p>
          <a:p>
            <a:pPr>
              <a:defRPr sz="1400"/>
            </a:pPr>
            <a:r>
              <a:t>- 为 Day 37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RAG 评估报告</a:t>
            </a:r>
          </a:p>
          <a:p>
            <a:pPr>
              <a:defRPr sz="1400"/>
            </a:pPr>
            <a:r>
              <a:t>- 给自己的 RAG 系统出具评估报告并针对性优化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RAG 评估报告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day34_project/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请用自己的话解释「Ragas」是什么，并举一个与大模型开发相关的例子。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31-34 所学填写）</a:t>
            </a:r>
          </a:p>
          <a:p>
            <a:pPr>
              <a:defRPr sz="1400"/>
            </a:pPr>
            <a:r>
              <a:t>- 后续应用: 将在 Day 41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请用自己的话解释「忠实度」是什么，并举一个与大模型开发相关的例子。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完成今日实操项目「RAG 评估报告」</a:t>
            </a:r>
          </a:p>
          <a:p>
            <a:pPr>
              <a:defRPr sz="1400"/>
            </a:pPr>
            <a:r>
              <a:t>2. 提交代码到 GitHub（commit message: Day 34: RAG 评估报告）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构建 20 条标准问答测试集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