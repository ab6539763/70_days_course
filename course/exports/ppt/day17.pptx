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17: Prompt 工程基础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17: Prompt 工程基础</a:t>
            </a:r>
          </a:p>
          <a:p>
            <a:pPr>
              <a:defRPr sz="1400"/>
            </a:pPr>
            <a:r>
              <a:t>零基础大模型应用开发 70 天培训课程  第 17/70 天  大模型基础理论与 Prompt 工程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17.1 Prompt 设计四要素</a:t>
            </a:r>
          </a:p>
          <a:p>
            <a:pPr>
              <a:defRPr sz="1400"/>
            </a:pPr>
            <a:r>
              <a:t>┌─────────────────────────────────┐</a:t>
            </a:r>
          </a:p>
          <a:p>
            <a:pPr>
              <a:defRPr sz="1400"/>
            </a:pPr>
            <a:r>
              <a:t>│  System: 你是一个专业的翻译官    │  ← 指令 + 角色</a:t>
            </a:r>
          </a:p>
          <a:p>
            <a:pPr>
              <a:defRPr sz="1400"/>
            </a:pPr>
            <a:r>
              <a:t>├─────────────────────────────────┤</a:t>
            </a:r>
          </a:p>
          <a:p>
            <a:pPr>
              <a:defRPr sz="1400"/>
            </a:pPr>
            <a:r>
              <a:t>│  背景: 这是一份医疗科普文章       │  ← 上下文</a:t>
            </a:r>
          </a:p>
          <a:p>
            <a:pPr>
              <a:defRPr sz="1400"/>
            </a:pPr>
            <a:r>
              <a:t>├─────────────────────────────────┤</a:t>
            </a:r>
          </a:p>
          <a:p>
            <a:pPr>
              <a:defRPr sz="1400"/>
            </a:pPr>
            <a:r>
              <a:t>│  输入: {user_text}              │  ← 用户输入</a:t>
            </a:r>
          </a:p>
          <a:p>
            <a:pPr>
              <a:defRPr sz="1400"/>
            </a:pPr>
            <a:r>
              <a:t>├─────────────────────────────────┤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16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Prompt 设计四要素：指令、上下文、输入、输出格式</a:t>
            </a:r>
          </a:p>
          <a:p>
            <a:pPr>
              <a:defRPr sz="1400"/>
            </a:pPr>
            <a:r>
              <a:t>- Zero-shot / Few-shot / One-shot 提示</a:t>
            </a:r>
          </a:p>
          <a:p>
            <a:pPr>
              <a:defRPr sz="1400"/>
            </a:pPr>
            <a:r>
              <a:t>- 角色扮演法、分隔符使用、输出格式约束（要求输出 JSON）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Prompt 四要素</a:t>
            </a:r>
          </a:p>
          <a:p>
            <a:pPr>
              <a:defRPr sz="1400"/>
            </a:pPr>
            <a:r>
              <a:t>- Few-shot</a:t>
            </a:r>
          </a:p>
          <a:p>
            <a:pPr>
              <a:defRPr sz="1400"/>
            </a:pPr>
            <a:r>
              <a:t>- JSON 输出约束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Prompt 设计四要素：指令、上下文、输入、输出格式</a:t>
            </a:r>
          </a:p>
          <a:p>
            <a:pPr>
              <a:defRPr sz="1400"/>
            </a:pPr>
            <a:r>
              <a:t>Prompt 设计四要素</a:t>
            </a:r>
          </a:p>
          <a:p>
            <a:pPr>
              <a:defRPr sz="1400"/>
            </a:pPr>
            <a:r>
              <a:t>要素  说明  示例</a:t>
            </a:r>
          </a:p>
          <a:p>
            <a:pPr>
              <a:defRPr sz="1400"/>
            </a:pPr>
            <a:r>
              <a:t>指令  告诉模型做什么  "请将以下文本翻译成英文"</a:t>
            </a:r>
          </a:p>
          <a:p>
            <a:pPr>
              <a:defRPr sz="1400"/>
            </a:pPr>
            <a:r>
              <a:t>上下文  背景信息  "这是一份医疗科普文章"</a:t>
            </a:r>
          </a:p>
          <a:p>
            <a:pPr>
              <a:defRPr sz="1400"/>
            </a:pPr>
            <a:r>
              <a:t>输入  待处理内容  用户提供的原文</a:t>
            </a:r>
          </a:p>
          <a:p>
            <a:pPr>
              <a:defRPr sz="1400"/>
            </a:pPr>
            <a:r>
              <a:t>输出格式  约束返回形式  "请以 JSON 格式返回"</a:t>
            </a:r>
          </a:p>
          <a:p>
            <a:pPr>
              <a:defRPr sz="1400"/>
            </a:pPr>
            <a:r>
              <a:t>Zero-shot vs Few-shot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10 场景 Prompt 优化</a:t>
            </a:r>
          </a:p>
          <a:p>
            <a:pPr>
              <a:defRPr sz="1400"/>
            </a:pPr>
            <a:r>
              <a:t>- 编写 10 个不同场景的 Prompt 并迭代优化（翻译、摘要、改写、分类）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10 场景 Prompt 优化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day17_project/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请用自己的话解释「Prompt 四要素」是什么，并举一个与大模型开发相关的例子。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14-17 所学填写）</a:t>
            </a:r>
          </a:p>
          <a:p>
            <a:pPr>
              <a:defRPr sz="1400"/>
            </a:pPr>
            <a:r>
              <a:t>- 后续应用: 将在 Day 24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请用自己的话解释「Few-shot」是什么，并举一个与大模型开发相关的例子。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完成今日实操项目「10 场景 Prompt 优化」</a:t>
            </a:r>
          </a:p>
          <a:p>
            <a:pPr>
              <a:defRPr sz="1400"/>
            </a:pPr>
            <a:r>
              <a:t>2. 提交代码到 GitHub（commit message: Day 17: 10 场景 Prompt 优化）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整理个人 Prompt 模板库 v1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