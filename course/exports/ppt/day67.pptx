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67: 面试专题（一）—— 技术八股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67: 面试专题（一）—— 技术八股</a:t>
            </a:r>
          </a:p>
          <a:p>
            <a:pPr>
              <a:defRPr sz="1400"/>
            </a:pPr>
            <a:r>
              <a:t>零基础大模型应用开发 70 天培训课程  第 67/70 天  毕业设计与就业冲刺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67.1 高频面试题精选</a:t>
            </a:r>
          </a:p>
          <a:p>
            <a:pPr>
              <a:defRPr sz="1400"/>
            </a:pPr>
            <a:r>
              <a:t>Q: 什么是 RAG？为什么需要 RAG？</a:t>
            </a:r>
          </a:p>
          <a:p>
            <a:pPr>
              <a:defRPr sz="1400"/>
            </a:pPr>
            <a:r>
              <a:t>A: RAG(检索增强生成)通过检索外部知识库增强 LLM 回答。需要 RAG 因为: 1) 大模型知识有截止日期 2) 私有数据未在训练集中 3) 减少幻觉 4) 可溯源</a:t>
            </a:r>
          </a:p>
          <a:p>
            <a:pPr>
              <a:defRPr sz="1400"/>
            </a:pPr>
            <a:r>
              <a:t>Q: RAG 怎么优化？</a:t>
            </a:r>
          </a:p>
          <a:p>
            <a:pPr>
              <a:defRPr sz="1400"/>
            </a:pPr>
            <a:r>
              <a:t>A: 1) 优化 chunk 策略 2) 混合检索 3) Rerank 4) 查询改写 5) 换 Embedding 6) 优化 Prompt</a:t>
            </a:r>
          </a:p>
          <a:p>
            <a:pPr>
              <a:defRPr sz="1400"/>
            </a:pPr>
            <a:r>
              <a:t>Q: Agent 和 Chain 的区别？</a:t>
            </a:r>
          </a:p>
          <a:p>
            <a:pPr>
              <a:defRPr sz="1400"/>
            </a:pPr>
            <a:r>
              <a:t>A: Chain 是固定步骤流水线；Agent 由 LLM 自主决策下一步行动，可使用工具，适合复杂多变任务。</a:t>
            </a:r>
          </a:p>
          <a:p>
            <a:pPr>
              <a:defRPr sz="1400"/>
            </a:pPr>
            <a:r>
              <a:t>Q: 什么时候用微调 vs RAG？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66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高频面试题精讲: Transformer/注意力机制、RAG 优化、Agent 设计</a:t>
            </a:r>
          </a:p>
          <a:p>
            <a:pPr>
              <a:defRPr sz="1400"/>
            </a:pPr>
            <a:r>
              <a:t>- Python 与工程问题、模拟笔试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面试八股</a:t>
            </a:r>
          </a:p>
          <a:p>
            <a:pPr>
              <a:defRPr sz="1400"/>
            </a:pPr>
            <a:r>
              <a:t>- Transformer</a:t>
            </a:r>
          </a:p>
          <a:p>
            <a:pPr>
              <a:defRPr sz="1400"/>
            </a:pPr>
            <a:r>
              <a:t>- RAG</a:t>
            </a:r>
          </a:p>
          <a:p>
            <a:pPr>
              <a:defRPr sz="1400"/>
            </a:pPr>
            <a:r>
              <a:t>-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高频面试题精讲: Transformer/注意力机制、RAG 优化、Agent 设计</a:t>
            </a:r>
          </a:p>
          <a:p>
            <a:pPr>
              <a:defRPr sz="1400"/>
            </a:pPr>
            <a:r>
              <a:t>RAG 完整链路</a:t>
            </a:r>
          </a:p>
          <a:p>
            <a:pPr>
              <a:defRPr sz="1400"/>
            </a:pPr>
            <a:r>
              <a:t>文档 → 加载 → 分割 → 向量化 → 存储 → 检索 → 增强生成 → 回答</a:t>
            </a:r>
          </a:p>
          <a:p>
            <a:pPr>
              <a:defRPr sz="1400"/>
            </a:pPr>
            <a:r>
              <a:t>核心公式（通俗版）</a:t>
            </a:r>
          </a:p>
          <a:p>
            <a:pPr>
              <a:defRPr sz="1400"/>
            </a:pPr>
            <a:r>
              <a:t>用户问题 → 转成向量 → 在知识库中找最相似的文本块 → 塞进 Prompt → 大模型生成回答</a:t>
            </a:r>
          </a:p>
          <a:p>
            <a:pPr>
              <a:defRPr sz="1400"/>
            </a:pPr>
            <a:r>
              <a:t>关键参数</a:t>
            </a:r>
          </a:p>
          <a:p>
            <a:pPr>
              <a:defRPr sz="1400"/>
            </a:pPr>
            <a:r>
              <a:t>参数  作用  调优建议</a:t>
            </a:r>
          </a:p>
          <a:p>
            <a:pPr>
              <a:defRPr sz="1400"/>
            </a:pPr>
            <a:r>
              <a:t>chunk_size  每个文本块大小  300-1000 字符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面试题自测</a:t>
            </a:r>
          </a:p>
          <a:p>
            <a:pPr>
              <a:defRPr sz="1400"/>
            </a:pPr>
            <a:r>
              <a:t>- 完成 50 道面试题自测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面试题自测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day67_project/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请用自己的话解释「面试八股」是什么，并举一个与大模型开发相关的例子。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64-67 所学填写）</a:t>
            </a:r>
          </a:p>
          <a:p>
            <a:pPr>
              <a:defRPr sz="1400"/>
            </a:pPr>
            <a:r>
              <a:t>- 后续应用: 将在 Day 70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请用自己的话解释「Transformer」是什么，并举一个与大模型开发相关的例子。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完成今日实操项目「面试题自测」</a:t>
            </a:r>
          </a:p>
          <a:p>
            <a:pPr>
              <a:defRPr sz="1400"/>
            </a:pPr>
            <a:r>
              <a:t>2. 提交代码到 GitHub（commit message: Day 67: 面试题自测）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整理错题本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