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60: 毕业设计开发 Day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60: 毕业设计开发 Day 2</a:t>
            </a:r>
          </a:p>
          <a:p>
            <a:pPr>
              <a:defRPr sz="1400"/>
            </a:pPr>
            <a:r>
              <a:t>零基础大模型应用开发 70 天培训课程  第 60/70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核心功能开发(RAG / Agent 主链路)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RAG/Agent 主链路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5 阶段（模型微调与部署） 的第 10 天。</a:t>
            </a:r>
          </a:p>
          <a:p>
            <a:pPr>
              <a:defRPr sz="1400"/>
            </a:pPr>
            <a:r>
              <a:t>今日主题「毕业设计开发 Day 2」是整条 70 天学习路径中的关键一环。请对照总路线图理解今天学什么、为什么学、后面哪里会用到。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核心功能开发(RAG / Agent 主链路)</a:t>
            </a:r>
          </a:p>
          <a:p>
            <a:pPr>
              <a:defRPr sz="1400"/>
            </a:pPr>
            <a:r>
              <a:t>RAG 完整链路</a:t>
            </a:r>
          </a:p>
          <a:p>
            <a:pPr>
              <a:defRPr sz="1400"/>
            </a:pPr>
            <a:r>
              <a:t>文档 → 加载 → 分割 → 向量化 → 存储 → 检索 → 增强生成 → 回答</a:t>
            </a:r>
          </a:p>
          <a:p>
            <a:pPr>
              <a:defRPr sz="1400"/>
            </a:pPr>
            <a:r>
              <a:t>核心公式（通俗版）</a:t>
            </a:r>
          </a:p>
          <a:p>
            <a:pPr>
              <a:defRPr sz="1400"/>
            </a:pPr>
            <a:r>
              <a:t>用户问题 → 转成向量 → 在知识库中找最相似的文本块 → 塞进 Prompt → 大模型生成回答</a:t>
            </a:r>
          </a:p>
          <a:p>
            <a:pPr>
              <a:defRPr sz="1400"/>
            </a:pPr>
            <a:r>
              <a:t>关键参数</a:t>
            </a:r>
          </a:p>
          <a:p>
            <a:pPr>
              <a:defRPr sz="1400"/>
            </a:pPr>
            <a:r>
              <a:t>参数  作用  调优建议</a:t>
            </a:r>
          </a:p>
          <a:p>
            <a:pPr>
              <a:defRPr sz="1400"/>
            </a:pPr>
            <a:r>
              <a:t>chunk_size  每个文本块大小  300-1000 字符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核心功能开发</a:t>
            </a:r>
          </a:p>
          <a:p>
            <a:pPr>
              <a:defRPr sz="1400"/>
            </a:pPr>
            <a:r>
              <a:t>- 核心功能开发(续)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核心功能开发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请用自己的话解释「RAG/Agent 主链路」是什么，并举一个与大模型开发相关的例子。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57-60 所学填写）</a:t>
            </a:r>
          </a:p>
          <a:p>
            <a:pPr>
              <a:defRPr sz="1400"/>
            </a:pPr>
            <a:r>
              <a:t>- 后续应用: 将在 Day 67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上机题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完成今日实操项目「核心功能开发」</a:t>
            </a:r>
          </a:p>
          <a:p>
            <a:pPr>
              <a:defRPr sz="1400"/>
            </a:pPr>
            <a:r>
              <a:t>2. 提交代码到 GitHub（commit message: Day 60: 核心功能开发）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导师辅导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