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12: 网络请求与 API 调用（关键日！）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12: 网络请求与 API 调用（关键日！）</a:t>
            </a:r>
          </a:p>
          <a:p>
            <a:pPr>
              <a:defRPr sz="1400"/>
            </a:pPr>
            <a:r>
              <a:t>零基础大模型应用开发 70 天培训课程  第 12/70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12.1 HTTP 协议纳米级拆解</a:t>
            </a:r>
          </a:p>
          <a:p>
            <a:pPr>
              <a:defRPr sz="1400"/>
            </a:pPr>
            <a:r>
              <a:t>一次 API 调用的完整过程</a:t>
            </a:r>
          </a:p>
          <a:p>
            <a:pPr>
              <a:defRPr sz="1400"/>
            </a:pPr>
            <a:r>
              <a:t>你的 Python 程序                大模型服务器</a:t>
            </a:r>
          </a:p>
          <a:p>
            <a:pPr>
              <a:defRPr sz="1400"/>
            </a:pPr>
            <a:r>
              <a:t>│                              │</a:t>
            </a:r>
          </a:p>
          <a:p>
            <a:pPr>
              <a:defRPr sz="1400"/>
            </a:pPr>
            <a:r>
              <a:t>│  1. 建立 TCP 连接             │</a:t>
            </a:r>
          </a:p>
          <a:p>
            <a:pPr>
              <a:defRPr sz="1400"/>
            </a:pPr>
            <a:r>
              <a:t>│ ─────────────────────────→   │</a:t>
            </a:r>
          </a:p>
          <a:p>
            <a:pPr>
              <a:defRPr sz="1400"/>
            </a:pPr>
            <a:r>
              <a:t>│  2. 发送 HTTP POST 请求       │</a:t>
            </a:r>
          </a:p>
          <a:p>
            <a:pPr>
              <a:defRPr sz="1400"/>
            </a:pPr>
            <a:r>
              <a:t>│  (Header + JSON Body)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day12_ai_chat.py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12: 命令行 AI 问答小程序 — 首次调用大模型 API"""</a:t>
            </a:r>
          </a:p>
          <a:p>
            <a:pPr>
              <a:defRPr sz="1400"/>
            </a:pPr>
            <a:r>
              <a:t>import os</a:t>
            </a:r>
          </a:p>
          <a:p>
            <a:pPr>
              <a:defRPr sz="1400"/>
            </a:pPr>
            <a:r>
              <a:t>import json</a:t>
            </a:r>
          </a:p>
          <a:p>
            <a:pPr>
              <a:defRPr sz="1400"/>
            </a:pPr>
            <a:r>
              <a:t>import requests</a:t>
            </a:r>
          </a:p>
          <a:p>
            <a:pPr>
              <a:defRPr sz="1400"/>
            </a:pPr>
            <a:r>
              <a:t>from dotenv import load_dotenv</a:t>
            </a:r>
          </a:p>
          <a:p>
            <a:pPr>
              <a:defRPr sz="1400"/>
            </a:pPr>
            <a:r>
              <a:t>load_dotenv()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HTTP 协议基础(GET/POST、状态码、Header、Body)</a:t>
            </a:r>
          </a:p>
          <a:p>
            <a:pPr>
              <a:defRPr sz="1400"/>
            </a:pPr>
            <a:r>
              <a:t>- requests 库详解</a:t>
            </a:r>
          </a:p>
          <a:p>
            <a:pPr>
              <a:defRPr sz="1400"/>
            </a:pPr>
            <a:r>
              <a:t>- 首次调用大模型 API（DeepSeek 或通义千问免费额度）</a:t>
            </a:r>
          </a:p>
          <a:p>
            <a:pPr>
              <a:defRPr sz="1400"/>
            </a:pPr>
            <a:r>
              <a:t>- 理解 API Key、请求体结构、messages 格式、解析返回结果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HTTP</a:t>
            </a:r>
          </a:p>
          <a:p>
            <a:pPr>
              <a:defRPr sz="1400"/>
            </a:pPr>
            <a:r>
              <a:t>-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HTTP 协议基础(GET/POST、状态码、Header、Body)</a:t>
            </a:r>
          </a:p>
          <a:p>
            <a:pPr>
              <a:defRPr sz="1400"/>
            </a:pPr>
            <a:r>
              <a:t>HTTP 协议基础</a:t>
            </a:r>
          </a:p>
          <a:p>
            <a:pPr>
              <a:defRPr sz="1400"/>
            </a:pPr>
            <a:r>
              <a:t>方法  用途  大模型场景</a:t>
            </a:r>
          </a:p>
          <a:p>
            <a:pPr>
              <a:defRPr sz="1400"/>
            </a:pPr>
            <a:r>
              <a:t>GET  获取资源  查询模型列表</a:t>
            </a:r>
          </a:p>
          <a:p>
            <a:pPr>
              <a:defRPr sz="1400"/>
            </a:pPr>
            <a:r>
              <a:t>POST  提交数据  调用 Chat API（最常用）</a:t>
            </a:r>
          </a:p>
          <a:p>
            <a:pPr>
              <a:defRPr sz="1400"/>
            </a:pPr>
            <a:r>
              <a:t>关键概念</a:t>
            </a:r>
          </a:p>
          <a:p>
            <a:pPr>
              <a:defRPr sz="1400"/>
            </a:pPr>
            <a:r>
              <a:t>- URL: 接口地址，如 https://api.deepseek.com/v1/chat/completions</a:t>
            </a:r>
          </a:p>
          <a:p>
            <a:pPr>
              <a:defRPr sz="1400"/>
            </a:pPr>
            <a:r>
              <a:t>- Header: 请求头，携带 Authorization: Bearer &lt;API_KEY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命令行 AI 问答小程序</a:t>
            </a:r>
          </a:p>
          <a:p>
            <a:pPr>
              <a:defRPr sz="1400"/>
            </a:pPr>
            <a:r>
              <a:t>- 写一个命令行 AI 问答小程序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命令行 AI 问答小程序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请用自己的话解释「HTTP」是什么，并举一个与大模型开发相关的例子。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9-12 所学填写）</a:t>
            </a:r>
          </a:p>
          <a:p>
            <a:pPr>
              <a:defRPr sz="1400"/>
            </a:pPr>
            <a:r>
              <a:t>- 后续应用: 将在 Day 19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请用自己的话解释「requests」是什么，并举一个与大模型开发相关的例子。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完成今日实操项目「命令行 AI 问答小程序」</a:t>
            </a:r>
          </a:p>
          <a:p>
            <a:pPr>
              <a:defRPr sz="1400"/>
            </a:pPr>
            <a:r>
              <a:t>2. 提交代码到 GitHub（commit message: Day 12: 命令行 AI 问答小程序）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阅读 API 文档，整理请求/响应字段表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