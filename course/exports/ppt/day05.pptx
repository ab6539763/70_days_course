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5: 核心数据结构（下）—— 字典重点日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5: 核心数据结构（下）—— 字典重点日</a:t>
            </a:r>
          </a:p>
          <a:p>
            <a:pPr>
              <a:defRPr sz="1400"/>
            </a:pPr>
            <a:r>
              <a:t>零基础大模型应用开发 70 天培训课程  第 5/70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5.1 字典 dict — API 交互的核心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user = {</a:t>
            </a:r>
          </a:p>
          <a:p>
            <a:pPr>
              <a:defRPr sz="1400"/>
            </a:pPr>
            <a:r>
              <a:t>"name": "张三",</a:t>
            </a:r>
          </a:p>
          <a:p>
            <a:pPr>
              <a:defRPr sz="1400"/>
            </a:pPr>
            <a:r>
              <a:t>"age": 25,</a:t>
            </a:r>
          </a:p>
          <a:p>
            <a:pPr>
              <a:defRPr sz="1400"/>
            </a:pPr>
            <a:r>
              <a:t>"skills": ["Python", "AI"],</a:t>
            </a:r>
          </a:p>
          <a:p>
            <a:pPr>
              <a:defRPr sz="1400"/>
            </a:pPr>
            <a:r>
              <a:t>"address": {</a:t>
            </a:r>
          </a:p>
          <a:p>
            <a:pPr>
              <a:defRPr sz="1400"/>
            </a:pPr>
            <a:r>
              <a:t>"city": "北京",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day05_json_parser.py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5: 解析模拟 API 返回的 JSON"""</a:t>
            </a:r>
          </a:p>
          <a:p>
            <a:pPr>
              <a:defRPr sz="1400"/>
            </a:pPr>
            <a:r>
              <a:t>import json</a:t>
            </a:r>
          </a:p>
          <a:p>
            <a:pPr>
              <a:defRPr sz="1400"/>
            </a:pPr>
            <a:r>
              <a:t>MOCK_API_RESPONSE = """</a:t>
            </a:r>
          </a:p>
          <a:p>
            <a:pPr>
              <a:defRPr sz="1400"/>
            </a:pPr>
            <a:r>
              <a:t>{</a:t>
            </a:r>
          </a:p>
          <a:p>
            <a:pPr>
              <a:defRPr sz="1400"/>
            </a:pPr>
            <a:r>
              <a:t>"id": "chatcmpl-abc123",</a:t>
            </a:r>
          </a:p>
          <a:p>
            <a:pPr>
              <a:defRPr sz="1400"/>
            </a:pPr>
            <a:r>
              <a:t>"object": "chat.completion",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字典 dict 的增删改查、嵌套字典、遍历</a:t>
            </a:r>
          </a:p>
          <a:p>
            <a:pPr>
              <a:defRPr sz="1400"/>
            </a:pPr>
            <a:r>
              <a:t>- JSON 格式详解（与 API 交互的基石，重点！）</a:t>
            </a:r>
          </a:p>
          <a:p>
            <a:pPr>
              <a:defRPr sz="1400"/>
            </a:pPr>
            <a:r>
              <a:t>- json 模块的 loads/dumps/load/dump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dict</a:t>
            </a:r>
          </a:p>
          <a:p>
            <a:pPr>
              <a:defRPr sz="1400"/>
            </a:pPr>
            <a:r>
              <a:t>- JSON</a:t>
            </a:r>
          </a:p>
          <a:p>
            <a:pPr>
              <a:defRPr sz="1400"/>
            </a:pPr>
            <a:r>
              <a:t>- json 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字典 dict 的增删改查、嵌套字典、遍历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字典 dict 的增删改查、嵌套字典、遍历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 的知识形成递进</a:t>
            </a:r>
          </a:p>
          <a:p>
            <a:pPr>
              <a:defRPr sz="1400"/>
            </a:pPr>
            <a:r>
              <a:t>- 为 Day 8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API JSON 解析练习</a:t>
            </a:r>
          </a:p>
          <a:p>
            <a:pPr>
              <a:defRPr sz="1400"/>
            </a:pPr>
            <a:r>
              <a:t>- 解析一份模拟的 API 返回 JSON，提取指定字段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API JSON 解析练习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day05_project/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请用自己的话解释「dict」是什么，并举一个与大模型开发相关的例子。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2-5 所学填写）</a:t>
            </a:r>
          </a:p>
          <a:p>
            <a:pPr>
              <a:defRPr sz="1400"/>
            </a:pPr>
            <a:r>
              <a:t>- 后续应用: 将在 Day 12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请用自己的话解释「JSON」是什么，并举一个与大模型开发相关的例子。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完成今日实操项目「API JSON 解析练习」</a:t>
            </a:r>
          </a:p>
          <a:p>
            <a:pPr>
              <a:defRPr sz="1400"/>
            </a:pPr>
            <a:r>
              <a:t>2. 提交代码到 GitHub（commit message: Day 5: API JSON 解析练习）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手写 3 个嵌套 JSON 并用代码遍历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