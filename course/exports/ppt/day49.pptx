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49: 阶段项目三（下）—— 多 Agent 智能办公助手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49: 阶段项目三（下）—— 多 Agent 智能办公助手</a:t>
            </a:r>
          </a:p>
          <a:p>
            <a:pPr>
              <a:defRPr sz="1400"/>
            </a:pPr>
            <a:r>
              <a:t>零基础大模型应用开发 70 天培训课程  第 49/70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48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LangGraph 编排完善</a:t>
            </a:r>
          </a:p>
          <a:p>
            <a:pPr>
              <a:defRPr sz="1400"/>
            </a:pPr>
            <a:r>
              <a:t>- 人工确认环节、前端界面、联调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LangGraph</a:t>
            </a:r>
          </a:p>
          <a:p>
            <a:pPr>
              <a:defRPr sz="1400"/>
            </a:pPr>
            <a:r>
              <a:t>- Human-in-the-loop</a:t>
            </a:r>
          </a:p>
          <a:p>
            <a:pPr>
              <a:defRPr sz="1400"/>
            </a:pPr>
            <a:r>
              <a:t>- 前端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LangGraph 编排完善</a:t>
            </a:r>
          </a:p>
          <a:p>
            <a:pPr>
              <a:defRPr sz="1400"/>
            </a:pPr>
            <a:r>
              <a:t>Agent vs Chain</a:t>
            </a:r>
          </a:p>
          <a:p>
            <a:pPr>
              <a:defRPr sz="1400"/>
            </a:pPr>
            <a:r>
              <a:t>Chain  Agent</a:t>
            </a:r>
          </a:p>
          <a:p>
            <a:pPr>
              <a:defRPr sz="1400"/>
            </a:pPr>
            <a:r>
              <a:t>执行方式  固定步骤  自主决策</a:t>
            </a:r>
          </a:p>
          <a:p>
            <a:pPr>
              <a:defRPr sz="1400"/>
            </a:pPr>
            <a:r>
              <a:t>灵活性  低  高</a:t>
            </a:r>
          </a:p>
          <a:p>
            <a:pPr>
              <a:defRPr sz="1400"/>
            </a:pPr>
            <a:r>
              <a:t>适用场景  翻译、摘要  复杂任务、多步推理</a:t>
            </a:r>
          </a:p>
          <a:p>
            <a:pPr>
              <a:defRPr sz="1400"/>
            </a:pPr>
            <a:r>
              <a:t>ReAct 循环</a:t>
            </a:r>
          </a:p>
          <a:p>
            <a:pPr>
              <a:defRPr sz="1400"/>
            </a:pPr>
            <a:r>
              <a:t>Thought（思考）→ Action（行动）→ Observation（观察）→ Thought →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多 Agent 办公助手全栈</a:t>
            </a:r>
          </a:p>
          <a:p>
            <a:pPr>
              <a:defRPr sz="1400"/>
            </a:pPr>
            <a:r>
              <a:t>- 功能验收: 3+ Agent、5+ 工具、中断恢复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多 Agent 办公助手全栈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day49_project/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请用自己的话解释「LangGraph」是什么，并举一个与大模型开发相关的例子。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46-49 所学填写）</a:t>
            </a:r>
          </a:p>
          <a:p>
            <a:pPr>
              <a:defRPr sz="1400"/>
            </a:pPr>
            <a:r>
              <a:t>- 后续应用: 将在 Day 56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请用自己的话解释「Human-in-the-loop」是什么，并举一个与大模型开发相关的例子。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完成今日实操项目「多 Agent 办公助手全栈」</a:t>
            </a:r>
          </a:p>
          <a:p>
            <a:pPr>
              <a:defRPr sz="1400"/>
            </a:pPr>
            <a:r>
              <a:t>2. 提交代码到 GitHub（commit message: Day 49: 多 Agent 办公助手全栈）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录制演示视频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