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48: 阶段项目三（上）—— 多 Agent 智能办公助手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48: 阶段项目三（上）—— 多 Agent 智能办公助手</a:t>
            </a:r>
          </a:p>
          <a:p>
            <a:pPr>
              <a:defRPr sz="1400"/>
            </a:pPr>
            <a:r>
              <a:t>零基础大模型应用开发 70 天培训课程  第 48/70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47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架构设计、Agent 角色划分</a:t>
            </a:r>
          </a:p>
          <a:p>
            <a:pPr>
              <a:defRPr sz="1400"/>
            </a:pPr>
            <a:r>
              <a:t>- 工具开发(日程/邮件草拟/网络搜索/文档 RAG)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架构设计</a:t>
            </a:r>
          </a:p>
          <a:p>
            <a:pPr>
              <a:defRPr sz="1400"/>
            </a:pPr>
            <a:r>
              <a:t>- 工具开发</a:t>
            </a:r>
          </a:p>
          <a:p>
            <a:pPr>
              <a:defRPr sz="1400"/>
            </a:pPr>
            <a:r>
              <a:t>- 角色划分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架构设计、Agent 角色划分</a:t>
            </a:r>
          </a:p>
          <a:p>
            <a:pPr>
              <a:defRPr sz="1400"/>
            </a:pPr>
            <a:r>
              <a:t>Agent vs Chain</a:t>
            </a:r>
          </a:p>
          <a:p>
            <a:pPr>
              <a:defRPr sz="1400"/>
            </a:pPr>
            <a:r>
              <a:t>Chain  Agent</a:t>
            </a:r>
          </a:p>
          <a:p>
            <a:pPr>
              <a:defRPr sz="1400"/>
            </a:pPr>
            <a:r>
              <a:t>执行方式  固定步骤  自主决策</a:t>
            </a:r>
          </a:p>
          <a:p>
            <a:pPr>
              <a:defRPr sz="1400"/>
            </a:pPr>
            <a:r>
              <a:t>灵活性  低  高</a:t>
            </a:r>
          </a:p>
          <a:p>
            <a:pPr>
              <a:defRPr sz="1400"/>
            </a:pPr>
            <a:r>
              <a:t>适用场景  翻译、摘要  复杂任务、多步推理</a:t>
            </a:r>
          </a:p>
          <a:p>
            <a:pPr>
              <a:defRPr sz="1400"/>
            </a:pPr>
            <a:r>
              <a:t>ReAct 循环</a:t>
            </a:r>
          </a:p>
          <a:p>
            <a:pPr>
              <a:defRPr sz="1400"/>
            </a:pPr>
            <a:r>
              <a:t>Thought（思考）→ Action（行动）→ Observation（观察）→ Thought →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多 Agent 办公助手架构</a:t>
            </a:r>
          </a:p>
          <a:p>
            <a:pPr>
              <a:defRPr sz="1400"/>
            </a:pPr>
            <a:r>
              <a:t>- LangGraph 编排初版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多 Agent 办公助手架构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day48_project/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请用自己的话解释「架构设计」是什么，并举一个与大模型开发相关的例子。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45-48 所学填写）</a:t>
            </a:r>
          </a:p>
          <a:p>
            <a:pPr>
              <a:defRPr sz="1400"/>
            </a:pPr>
            <a:r>
              <a:t>- 后续应用: 将在 Day 55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请用自己的话解释「工具开发」是什么，并举一个与大模型开发相关的例子。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完成今日实操项目「多 Agent 办公助手架构」</a:t>
            </a:r>
          </a:p>
          <a:p>
            <a:pPr>
              <a:defRPr sz="1400"/>
            </a:pPr>
            <a:r>
              <a:t>2. 提交代码到 GitHub（commit message: Day 48: 多 Agent 办公助手架构）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评审架构方案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