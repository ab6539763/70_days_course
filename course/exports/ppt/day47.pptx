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47: 实用 Agent 场景专题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零基础大模型应用开发 70 天培训课程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封面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Day 47: 实用 Agent 场景专题</a:t>
            </a:r>
          </a:p>
          <a:p>
            <a:pPr>
              <a:defRPr sz="1400"/>
            </a:pPr>
            <a:r>
              <a:t>零基础大模型应用开发 70 天培训课程  第 47/70 天  Agent 智能体开发</a:t>
            </a:r>
          </a:p>
          <a:p>
            <a:pPr>
              <a:defRPr sz="1400"/>
            </a:pPr>
            <a:r>
              <a:t>——————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深度讲义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47.1 Text-to-SQL Agent</a:t>
            </a:r>
          </a:p>
          <a:p>
            <a:pPr>
              <a:defRPr sz="1400"/>
            </a:pPr>
            <a:r>
              <a:t>python</a:t>
            </a:r>
          </a:p>
          <a:p>
            <a:pPr>
              <a:defRPr sz="1400"/>
            </a:pPr>
            <a:r>
              <a:t>@tool</a:t>
            </a:r>
          </a:p>
          <a:p>
            <a:pPr>
              <a:defRPr sz="1400"/>
            </a:pPr>
            <a:r>
              <a:t>def query_database(sql: str) - str:</a:t>
            </a:r>
          </a:p>
          <a:p>
            <a:pPr>
              <a:defRPr sz="1400"/>
            </a:pPr>
            <a:r>
              <a:t>"""执行 SQL 查询并返回结果。只能执行 SELECT 语句。"""</a:t>
            </a:r>
          </a:p>
          <a:p>
            <a:pPr>
              <a:defRPr sz="1400"/>
            </a:pPr>
            <a:r>
              <a:t>if not sql.strip().upper().startswith("SELECT"):</a:t>
            </a:r>
          </a:p>
          <a:p>
            <a:pPr>
              <a:defRPr sz="1400"/>
            </a:pPr>
            <a:r>
              <a:t>return "错误: 只允许 SELECT 查询"</a:t>
            </a:r>
          </a:p>
          <a:p>
            <a:pPr>
              <a:defRPr sz="1400"/>
            </a:pPr>
            <a:r>
              <a:t>连接数据库执行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常见错误与避坑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⚠️ 只看不练 — 必须动手敲代码</a:t>
            </a:r>
          </a:p>
          <a:p>
            <a:pPr>
              <a:defRPr sz="1400"/>
            </a:pPr>
            <a:r>
              <a:t>- ⚠️ 跳过基础直接调 API — 每天知识环环相扣</a:t>
            </a:r>
          </a:p>
          <a:p>
            <a:pPr>
              <a:defRPr sz="1400"/>
            </a:pPr>
            <a:r>
              <a:t>- ⚠️ 不写注释 — 企业级代码必须可读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课堂练习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📝 复习 Day 46 的核心知识点</a:t>
            </a:r>
          </a:p>
          <a:p>
            <a:pPr>
              <a:defRPr sz="1400"/>
            </a:pPr>
            <a:r>
              <a:t>- 📝 完成今日实操项目并提交 Git</a:t>
            </a:r>
          </a:p>
          <a:p>
            <a:pPr>
              <a:defRPr sz="1400"/>
            </a:pPr>
            <a:r>
              <a:t>- 📝 用 3 句话总结今天学到了什么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一、今日学习目标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完成今天的学习后，你将能够:</a:t>
            </a:r>
          </a:p>
          <a:p>
            <a:pPr>
              <a:defRPr sz="1400"/>
            </a:pPr>
            <a:r>
              <a:t>- Text-to-SQL 数据分析 Agent(连接真实数据库查询)</a:t>
            </a:r>
          </a:p>
          <a:p>
            <a:pPr>
              <a:defRPr sz="1400"/>
            </a:pPr>
            <a:r>
              <a:t>- 浏览器自动化 Agent 概念、代码助手 Agent</a:t>
            </a:r>
          </a:p>
          <a:p>
            <a:pPr>
              <a:defRPr sz="1400"/>
            </a:pPr>
            <a:r>
              <a:t>核心技能点</a:t>
            </a:r>
          </a:p>
          <a:p>
            <a:pPr>
              <a:defRPr sz="1400"/>
            </a:pPr>
            <a:r>
              <a:t>- Text-to-SQL</a:t>
            </a:r>
          </a:p>
          <a:p>
            <a:pPr>
              <a:defRPr sz="1400"/>
            </a:pPr>
            <a:r>
              <a:t>- 数据分析 Agent</a:t>
            </a:r>
          </a:p>
          <a:p>
            <a:pPr>
              <a:defRPr sz="1400"/>
            </a:pPr>
            <a:r>
              <a:t>与课程主线的关系</a:t>
            </a:r>
          </a:p>
          <a:p>
            <a:pPr>
              <a:defRPr sz="1400"/>
            </a:pPr>
            <a:r>
              <a:t>今天是 第 4 阶段（Agent 智能体开发） 的第 9 天。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二、理论精讲（纳米级拆解）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2.1 Text-to-SQL 数据分析 Agent(连接真实数据库查询)</a:t>
            </a:r>
          </a:p>
          <a:p>
            <a:pPr>
              <a:defRPr sz="1400"/>
            </a:pPr>
            <a:r>
              <a:t>Agent vs Chain</a:t>
            </a:r>
          </a:p>
          <a:p>
            <a:pPr>
              <a:defRPr sz="1400"/>
            </a:pPr>
            <a:r>
              <a:t>Chain  Agent</a:t>
            </a:r>
          </a:p>
          <a:p>
            <a:pPr>
              <a:defRPr sz="1400"/>
            </a:pPr>
            <a:r>
              <a:t>执行方式  固定步骤  自主决策</a:t>
            </a:r>
          </a:p>
          <a:p>
            <a:pPr>
              <a:defRPr sz="1400"/>
            </a:pPr>
            <a:r>
              <a:t>灵活性  低  高</a:t>
            </a:r>
          </a:p>
          <a:p>
            <a:pPr>
              <a:defRPr sz="1400"/>
            </a:pPr>
            <a:r>
              <a:t>适用场景  翻译、摘要  复杂任务、多步推理</a:t>
            </a:r>
          </a:p>
          <a:p>
            <a:pPr>
              <a:defRPr sz="1400"/>
            </a:pPr>
            <a:r>
              <a:t>ReAct 循环</a:t>
            </a:r>
          </a:p>
          <a:p>
            <a:pPr>
              <a:defRPr sz="1400"/>
            </a:pPr>
            <a:r>
              <a:t>Thought（思考）→ Action（行动）→ Observation（观察）→ Thought →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三、下午实操预告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今日下午核心项目: SQL Agent</a:t>
            </a:r>
          </a:p>
          <a:p>
            <a:pPr>
              <a:defRPr sz="1400"/>
            </a:pPr>
            <a:r>
              <a:t>- 构建「用自然语言查销售数据」的 SQL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下午实操：项目实战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项目名称</a:t>
            </a:r>
          </a:p>
          <a:p>
            <a:pPr>
              <a:defRPr sz="1400"/>
            </a:pPr>
            <a:r>
              <a:t>SQL Agent</a:t>
            </a:r>
          </a:p>
          <a:p>
            <a:pPr>
              <a:defRPr sz="1400"/>
            </a:pPr>
            <a:r>
              <a:t>推荐项目目录结构（企业级标准）</a:t>
            </a:r>
          </a:p>
          <a:p>
            <a:pPr>
              <a:defRPr sz="1400"/>
            </a:pPr>
            <a:r>
              <a:t>text</a:t>
            </a:r>
          </a:p>
          <a:p>
            <a:pPr>
              <a:defRPr sz="1400"/>
            </a:pPr>
            <a:r>
              <a:t>day47_project/</a:t>
            </a:r>
          </a:p>
          <a:p>
            <a:pPr>
              <a:defRPr sz="1400"/>
            </a:pPr>
            <a:r>
              <a:t>├─ src/</a:t>
            </a:r>
          </a:p>
          <a:p>
            <a:pPr>
              <a:defRPr sz="1400"/>
            </a:pPr>
            <a:r>
              <a:t>│  ├─ __init__.py</a:t>
            </a:r>
          </a:p>
          <a:p>
            <a:pPr>
              <a:defRPr sz="1400"/>
            </a:pPr>
            <a:r>
              <a:t>│  └─ main.py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知识小测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Q1. 请用自己的话解释「Text-to-SQL」是什么，并举一个与大模型开发相关的例子。</a:t>
            </a:r>
          </a:p>
          <a:p>
            <a:pPr>
              <a:defRPr sz="1400"/>
            </a:pPr>
            <a:r>
              <a:t>&lt;details</a:t>
            </a:r>
          </a:p>
          <a:p>
            <a:pPr>
              <a:defRPr sz="1400"/>
            </a:pPr>
            <a:r>
              <a:t>&lt;summary参考答案思路&lt;/summary</a:t>
            </a:r>
          </a:p>
          <a:p>
            <a:pPr>
              <a:defRPr sz="1400"/>
            </a:pPr>
            <a:r>
              <a:t>- 定义: （学员填写）</a:t>
            </a:r>
          </a:p>
          <a:p>
            <a:pPr>
              <a:defRPr sz="1400"/>
            </a:pPr>
            <a:r>
              <a:t>- 例子: （结合 Day 44-47 所学填写）</a:t>
            </a:r>
          </a:p>
          <a:p>
            <a:pPr>
              <a:defRPr sz="1400"/>
            </a:pPr>
            <a:r>
              <a:t>- 后续应用: 将在 Day 54 左右用到</a:t>
            </a:r>
          </a:p>
          <a:p>
            <a:pPr>
              <a:defRPr sz="1400"/>
            </a:pPr>
            <a:r>
              <a:t>&lt;/details</a:t>
            </a:r>
          </a:p>
          <a:p>
            <a:pPr>
              <a:defRPr sz="1400"/>
            </a:pPr>
            <a:r>
              <a:t>Q2. 请用自己的话解释「数据分析 Agent」是什么，并举一个与大模型开发相关的例子。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课后作业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必做</a:t>
            </a:r>
          </a:p>
          <a:p>
            <a:pPr>
              <a:defRPr sz="1400"/>
            </a:pPr>
            <a:r>
              <a:t>1. 完成今日实操项目「SQL Agent」</a:t>
            </a:r>
          </a:p>
          <a:p>
            <a:pPr>
              <a:defRPr sz="1400"/>
            </a:pPr>
            <a:r>
              <a:t>2. 提交代码到 GitHub（commit message: Day 47: SQL Agent）</a:t>
            </a:r>
          </a:p>
          <a:p>
            <a:pPr>
              <a:defRPr sz="1400"/>
            </a:pPr>
            <a:r>
              <a:t>3. 在学习笔记中记录 3 个今天学到的新知识点</a:t>
            </a:r>
          </a:p>
          <a:p>
            <a:pPr>
              <a:defRPr sz="1400"/>
            </a:pPr>
            <a:r>
              <a:t>晚自习</a:t>
            </a:r>
          </a:p>
          <a:p>
            <a:pPr>
              <a:defRPr sz="1400"/>
            </a:pPr>
            <a:r>
              <a:t>- 测试 10 个自然语言查询</a:t>
            </a:r>
          </a:p>
          <a:p>
            <a:pPr>
              <a:defRPr sz="1400"/>
            </a:pPr>
            <a:r>
              <a:t>选做</a:t>
            </a:r>
          </a:p>
          <a:p>
            <a:pPr>
              <a:defRPr sz="1400"/>
            </a:pPr>
            <a:r>
              <a:t>1. 阅读官方文档中与今日主题相关的章节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