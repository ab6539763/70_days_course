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61: 毕业设计开发 Day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61: 毕业设计开发 Day 3</a:t>
            </a:r>
          </a:p>
          <a:p>
            <a:pPr>
              <a:defRPr sz="1400"/>
            </a:pPr>
            <a:r>
              <a:t>零基础大模型应用开发 70 天培训课程  第 61/70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60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核心功能开发(工具、记忆、多轮交互)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工具</a:t>
            </a:r>
          </a:p>
          <a:p>
            <a:pPr>
              <a:defRPr sz="1400"/>
            </a:pPr>
            <a:r>
              <a:t>- 记忆</a:t>
            </a:r>
          </a:p>
          <a:p>
            <a:pPr>
              <a:defRPr sz="1400"/>
            </a:pPr>
            <a:r>
              <a:t>- 多轮交互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1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核心功能开发(工具、记忆、多轮交互)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核心功能开发(工具、记忆、多轮交互)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59 的知识形成递进</a:t>
            </a:r>
          </a:p>
          <a:p>
            <a:pPr>
              <a:defRPr sz="1400"/>
            </a:pPr>
            <a:r>
              <a:t>- 为 Day 64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工具与记忆模块</a:t>
            </a:r>
          </a:p>
          <a:p>
            <a:pPr>
              <a:defRPr sz="1400"/>
            </a:pPr>
            <a:r>
              <a:t>- 核心功能开发(续)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工具与记忆模块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day61_project/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请用自己的话解释「工具」是什么，并举一个与大模型开发相关的例子。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58-61 所学填写）</a:t>
            </a:r>
          </a:p>
          <a:p>
            <a:pPr>
              <a:defRPr sz="1400"/>
            </a:pPr>
            <a:r>
              <a:t>- 后续应用: 将在 Day 68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请用自己的话解释「记忆」是什么，并举一个与大模型开发相关的例子。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完成今日实操项目「工具与记忆模块」</a:t>
            </a:r>
          </a:p>
          <a:p>
            <a:pPr>
              <a:defRPr sz="1400"/>
            </a:pPr>
            <a:r>
              <a:t>2. 提交代码到 GitHub（commit message: Day 61: 工具与记忆模块）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导师辅导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