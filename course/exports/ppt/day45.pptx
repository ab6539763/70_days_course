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45: 周测 + Dify / Coze 低代码平台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45: 周测 + Dify / Coze 低代码平台</a:t>
            </a:r>
          </a:p>
          <a:p>
            <a:pPr>
              <a:defRPr sz="1400"/>
            </a:pPr>
            <a:r>
              <a:t>零基础大模型应用开发 70 天培训课程  第 45/70 天  Agent 智能体开发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44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周测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Dify</a:t>
            </a:r>
          </a:p>
          <a:p>
            <a:pPr>
              <a:defRPr sz="1400"/>
            </a:pPr>
            <a:r>
              <a:t>- 低代码</a:t>
            </a:r>
          </a:p>
          <a:p>
            <a:pPr>
              <a:defRPr sz="1400"/>
            </a:pPr>
            <a:r>
              <a:t>- 工作流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4 阶段（Agent 智能体开发） 的第 7 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周测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周测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43 的知识形成递进</a:t>
            </a:r>
          </a:p>
          <a:p>
            <a:pPr>
              <a:defRPr sz="1400"/>
            </a:pPr>
            <a:r>
              <a:t>- 为 Day 48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Dify 工作流实战</a:t>
            </a:r>
          </a:p>
          <a:p>
            <a:pPr>
              <a:defRPr sz="1400"/>
            </a:pPr>
            <a:r>
              <a:t>- Dify 平台实战: 可视化编排工作流、知识库、发布应用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Dify 工作流实战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day45_project/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请用自己的话解释「Dify」是什么，并举一个与大模型开发相关的例子。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42-45 所学填写）</a:t>
            </a:r>
          </a:p>
          <a:p>
            <a:pPr>
              <a:defRPr sz="1400"/>
            </a:pPr>
            <a:r>
              <a:t>- 后续应用: 将在 Day 52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请用自己的话解释「低代码」是什么，并举一个与大模型开发相关的例子。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完成今日实操项目「Dify 工作流实战」</a:t>
            </a:r>
          </a:p>
          <a:p>
            <a:pPr>
              <a:defRPr sz="1400"/>
            </a:pPr>
            <a:r>
              <a:t>2. 提交代码到 GitHub（commit message: Day 45: Dify 工作流实战）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讨论: 低代码平台 vs 代码开发的适用边界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