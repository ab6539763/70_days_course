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55: 本地部署与推理服务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55: 本地部署与推理服务</a:t>
            </a:r>
          </a:p>
          <a:p>
            <a:pPr>
              <a:defRPr sz="1400"/>
            </a:pPr>
            <a:r>
              <a:t>零基础大模型应用开发 70 天培训课程  第 55/70 天  模型微调与部署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55.1 Ollama 部署</a:t>
            </a:r>
          </a:p>
          <a:p>
            <a:pPr>
              <a:defRPr sz="1400"/>
            </a:pPr>
            <a:r>
              <a:t>bash</a:t>
            </a:r>
          </a:p>
          <a:p>
            <a:pPr>
              <a:defRPr sz="1400"/>
            </a:pPr>
            <a:r>
              <a:t>安装 Ollama</a:t>
            </a:r>
          </a:p>
          <a:p>
            <a:pPr>
              <a:defRPr sz="1400"/>
            </a:pPr>
            <a:r>
              <a:t>curl -fsSL https://ollama.com/install.sh  sh</a:t>
            </a:r>
          </a:p>
          <a:p>
            <a:pPr>
              <a:defRPr sz="1400"/>
            </a:pPr>
            <a:r>
              <a:t>拉取模型</a:t>
            </a:r>
          </a:p>
          <a:p>
            <a:pPr>
              <a:defRPr sz="1400"/>
            </a:pPr>
            <a:r>
              <a:t>ollama pull qwen2.5:7b</a:t>
            </a:r>
          </a:p>
          <a:p>
            <a:pPr>
              <a:defRPr sz="1400"/>
            </a:pPr>
            <a:r>
              <a:t>启动 API 服务（OpenAI 兼容）</a:t>
            </a:r>
          </a:p>
          <a:p>
            <a:pPr>
              <a:defRPr sz="1400"/>
            </a:pPr>
            <a:r>
              <a:t>默认 http://localhost:11434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54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Ollama 本地部署模型、OpenAI 兼容接口</a:t>
            </a:r>
          </a:p>
          <a:p>
            <a:pPr>
              <a:defRPr sz="1400"/>
            </a:pPr>
            <a:r>
              <a:t>- vLLM 高性能推理部署、吞吐量压测对比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Ollama</a:t>
            </a:r>
          </a:p>
          <a:p>
            <a:pPr>
              <a:defRPr sz="1400"/>
            </a:pPr>
            <a:r>
              <a:t>- vLLM</a:t>
            </a:r>
          </a:p>
          <a:p>
            <a:pPr>
              <a:defRPr sz="1400"/>
            </a:pPr>
            <a:r>
              <a:t>- OpenAI 兼容接口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Ollama 本地部署模型、OpenAI 兼容接口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Ollama 本地部署模型、OpenAI 兼容接口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53 的知识形成递进</a:t>
            </a:r>
          </a:p>
          <a:p>
            <a:pPr>
              <a:defRPr sz="1400"/>
            </a:pPr>
            <a:r>
              <a:t>- 为 Day 58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vLLM 推理服务</a:t>
            </a:r>
          </a:p>
          <a:p>
            <a:pPr>
              <a:defRPr sz="1400"/>
            </a:pPr>
            <a:r>
              <a:t>- 把微调后的模型用 vLLM 部署成 API 服务并接入之前的应用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vLLM 推理服务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day55_project/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请用自己的话解释「Ollama」是什么，并举一个与大模型开发相关的例子。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52-55 所学填写）</a:t>
            </a:r>
          </a:p>
          <a:p>
            <a:pPr>
              <a:defRPr sz="1400"/>
            </a:pPr>
            <a:r>
              <a:t>- 后续应用: 将在 Day 62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请用自己的话解释「vLLM」是什么，并举一个与大模型开发相关的例子。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完成今日实操项目「vLLM 推理服务」</a:t>
            </a:r>
          </a:p>
          <a:p>
            <a:pPr>
              <a:defRPr sz="1400"/>
            </a:pPr>
            <a:r>
              <a:t>2. 提交代码到 GitHub（commit message: Day 55: vLLM 推理服务）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压测对比 Ollama vs vLLM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