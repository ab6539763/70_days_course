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59: 毕业设计开发 Day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59: 毕业设计开发 Day 1</a:t>
            </a:r>
          </a:p>
          <a:p>
            <a:pPr>
              <a:defRPr sz="1400"/>
            </a:pPr>
            <a:r>
              <a:t>零基础大模型应用开发 70 天培训课程  第 59/70 天  模型微调与部署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58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项目骨架搭建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项目初始化</a:t>
            </a:r>
          </a:p>
          <a:p>
            <a:pPr>
              <a:defRPr sz="1400"/>
            </a:pPr>
            <a:r>
              <a:t>- 数据准备</a:t>
            </a:r>
          </a:p>
          <a:p>
            <a:pPr>
              <a:defRPr sz="1400"/>
            </a:pPr>
            <a:r>
              <a:t>与课程主线的关系</a:t>
            </a:r>
          </a:p>
          <a:p>
            <a:pPr>
              <a:defRPr sz="1400"/>
            </a:pPr>
            <a:r>
              <a:t>今天是 第 5 阶段（模型微调与部署） 的第 9 天。</a:t>
            </a:r>
          </a:p>
          <a:p>
            <a:pPr>
              <a:defRPr sz="1400"/>
            </a:pPr>
            <a:r>
              <a:t>今日主题「毕业设计开发 Day 1」是整条 70 天学习路径中的关键一环。请对照总路线图理解今天学什么、为什么学、后面哪里会用到。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项目骨架搭建</a:t>
            </a:r>
          </a:p>
          <a:p>
            <a:pPr>
              <a:defRPr sz="1400"/>
            </a:pPr>
            <a:r>
              <a:t>核心概念</a:t>
            </a:r>
          </a:p>
          <a:p>
            <a:pPr>
              <a:defRPr sz="1400"/>
            </a:pPr>
            <a:r>
              <a:t>项目骨架搭建 是今日学习的重要内容。</a:t>
            </a:r>
          </a:p>
          <a:p>
            <a:pPr>
              <a:defRPr sz="1400"/>
            </a:pPr>
            <a:r>
              <a:t>为什么学？</a:t>
            </a:r>
          </a:p>
          <a:p>
            <a:pPr>
              <a:defRPr sz="1400"/>
            </a:pPr>
            <a:r>
              <a:t>在大模型应用开发中，这个知识点将在后续项目中直接用到:</a:t>
            </a:r>
          </a:p>
          <a:p>
            <a:pPr>
              <a:defRPr sz="1400"/>
            </a:pPr>
            <a:r>
              <a:t>- 与 Day 57 的知识形成递进</a:t>
            </a:r>
          </a:p>
          <a:p>
            <a:pPr>
              <a:defRPr sz="1400"/>
            </a:pPr>
            <a:r>
              <a:t>- 为 Day 62 的实操项目提供基础</a:t>
            </a:r>
          </a:p>
          <a:p>
            <a:pPr>
              <a:defRPr sz="1400"/>
            </a:pPr>
            <a:r>
              <a:t>学习要点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项目骨架 + 数据准备</a:t>
            </a:r>
          </a:p>
          <a:p>
            <a:pPr>
              <a:defRPr sz="1400"/>
            </a:pPr>
            <a:r>
              <a:t>- 核心数据/知识库准备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项目骨架 + 数据准备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day59_project/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请用自己的话解释「项目初始化」是什么，并举一个与大模型开发相关的例子。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56-59 所学填写）</a:t>
            </a:r>
          </a:p>
          <a:p>
            <a:pPr>
              <a:defRPr sz="1400"/>
            </a:pPr>
            <a:r>
              <a:t>- 后续应用: 将在 Day 66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请用自己的话解释「数据准备」是什么，并举一个与大模型开发相关的例子。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完成今日实操项目「项目骨架 + 数据准备」</a:t>
            </a:r>
          </a:p>
          <a:p>
            <a:pPr>
              <a:defRPr sz="1400"/>
            </a:pPr>
            <a:r>
              <a:t>2. 提交代码到 GitHub（commit message: Day 59: 项目骨架 + 数据准备）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每日导师辅导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