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Day 2: 运算符与字符串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零基础大模型应用开发 70 天培训课程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封面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Day 2: 运算符与字符串</a:t>
            </a:r>
          </a:p>
          <a:p>
            <a:pPr>
              <a:defRPr sz="1400"/>
            </a:pPr>
            <a:r>
              <a:t>零基础大模型应用开发 70 天培训课程  第 2/70 天  Python 编程基础</a:t>
            </a:r>
          </a:p>
          <a:p>
            <a:pPr>
              <a:defRPr sz="1400"/>
            </a:pPr>
            <a:r>
              <a:t>——————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深度讲义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2.1 运算符详解</a:t>
            </a:r>
          </a:p>
          <a:p>
            <a:pPr>
              <a:defRPr sz="1400"/>
            </a:pPr>
            <a:r>
              <a:t>算术运算符</a:t>
            </a:r>
          </a:p>
          <a:p>
            <a:pPr>
              <a:defRPr sz="1400"/>
            </a:pPr>
            <a:r>
              <a:t>运算符  示例  结果  说明</a:t>
            </a:r>
          </a:p>
          <a:p>
            <a:pPr>
              <a:defRPr sz="1400"/>
            </a:pPr>
            <a:r>
              <a:t>+  3 + 2  5  加法</a:t>
            </a:r>
          </a:p>
          <a:p>
            <a:pPr>
              <a:defRPr sz="1400"/>
            </a:pPr>
            <a:r>
              <a:t>-  5 - 2  3  减法</a:t>
            </a:r>
          </a:p>
          <a:p>
            <a:pPr>
              <a:defRPr sz="1400"/>
            </a:pPr>
            <a:r>
              <a:t>4  3  12  乘法</a:t>
            </a:r>
          </a:p>
          <a:p>
            <a:pPr>
              <a:defRPr sz="1400"/>
            </a:pPr>
            <a:r>
              <a:t>/  7 / 2  3.5  除法（结果是 float）</a:t>
            </a:r>
          </a:p>
          <a:p>
            <a:pPr>
              <a:defRPr sz="1400"/>
            </a:pPr>
            <a:r>
              <a:t>//  7 // 2  3  整除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完整项目代码（可直接运行）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文件: day02_text_cleaner.py</a:t>
            </a:r>
          </a:p>
          <a:p>
            <a:pPr>
              <a:defRPr sz="1400"/>
            </a:pPr>
            <a:r>
              <a:t>python</a:t>
            </a:r>
          </a:p>
          <a:p>
            <a:pPr>
              <a:defRPr sz="1400"/>
            </a:pPr>
            <a:r>
              <a:t>"""Day 2: 文本清洗小工具 — 去空格、统一大小写、敏感词替换"""</a:t>
            </a:r>
          </a:p>
          <a:p>
            <a:pPr>
              <a:defRPr sz="1400"/>
            </a:pPr>
            <a:r>
              <a:t>import re</a:t>
            </a:r>
          </a:p>
          <a:p>
            <a:pPr>
              <a:defRPr sz="1400"/>
            </a:pPr>
            <a:r>
              <a:t>SENSITIVE_WORDS = ["广告", "spam", "垃圾"]</a:t>
            </a:r>
          </a:p>
          <a:p>
            <a:pPr>
              <a:defRPr sz="1400"/>
            </a:pPr>
            <a:r>
              <a:t>def clean_whitespace(text: str) - str:</a:t>
            </a:r>
          </a:p>
          <a:p>
            <a:pPr>
              <a:defRPr sz="1400"/>
            </a:pPr>
            <a:r>
              <a:t>return re.sub(r"\s+", " ", text).strip()</a:t>
            </a:r>
          </a:p>
          <a:p>
            <a:pPr>
              <a:defRPr sz="1400"/>
            </a:pPr>
            <a:r>
              <a:t>def normalize_case(text: str, mode: str = "lower") - str: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常见错误与避坑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⚠️ 只看不练 — 必须动手敲代码</a:t>
            </a:r>
          </a:p>
          <a:p>
            <a:pPr>
              <a:defRPr sz="1400"/>
            </a:pPr>
            <a:r>
              <a:t>- ⚠️ 跳过基础直接调 API — 每天知识环环相扣</a:t>
            </a:r>
          </a:p>
          <a:p>
            <a:pPr>
              <a:defRPr sz="1400"/>
            </a:pPr>
            <a:r>
              <a:t>- ⚠️ 不写注释 — 企业级代码必须可读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课堂练习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📝 复习 Day 1 的核心知识点</a:t>
            </a:r>
          </a:p>
          <a:p>
            <a:pPr>
              <a:defRPr sz="1400"/>
            </a:pPr>
            <a:r>
              <a:t>- 📝 完成今日实操项目并提交 Git</a:t>
            </a:r>
          </a:p>
          <a:p>
            <a:pPr>
              <a:defRPr sz="1400"/>
            </a:pPr>
            <a:r>
              <a:t>- 📝 用 3 句话总结今天学到了什么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一、今日学习目标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完成今天的学习后，你将能够:</a:t>
            </a:r>
          </a:p>
          <a:p>
            <a:pPr>
              <a:defRPr sz="1400"/>
            </a:pPr>
            <a:r>
              <a:t>- 算术/比较/逻辑运算符、运算优先级</a:t>
            </a:r>
          </a:p>
          <a:p>
            <a:pPr>
              <a:defRPr sz="1400"/>
            </a:pPr>
            <a:r>
              <a:t>- 字符串索引、切片、常用方法(split/join/strip/replace/format)</a:t>
            </a:r>
          </a:p>
          <a:p>
            <a:pPr>
              <a:defRPr sz="1400"/>
            </a:pPr>
            <a:r>
              <a:t>- f-string 格式化（后续写 Prompt 模板的核心技能）</a:t>
            </a:r>
          </a:p>
          <a:p>
            <a:pPr>
              <a:defRPr sz="1400"/>
            </a:pPr>
            <a:r>
              <a:t>核心技能点</a:t>
            </a:r>
          </a:p>
          <a:p>
            <a:pPr>
              <a:defRPr sz="1400"/>
            </a:pPr>
            <a:r>
              <a:t>- 运算符</a:t>
            </a:r>
          </a:p>
          <a:p>
            <a:pPr>
              <a:defRPr sz="1400"/>
            </a:pPr>
            <a:r>
              <a:t>- 字符串操作</a:t>
            </a:r>
          </a:p>
          <a:p>
            <a:pPr>
              <a:defRPr sz="1400"/>
            </a:pPr>
            <a:r>
              <a:t>- f-string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二、理论精讲（纳米级拆解）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2.1 算术/比较/逻辑运算符、运算优先级</a:t>
            </a:r>
          </a:p>
          <a:p>
            <a:pPr>
              <a:defRPr sz="1400"/>
            </a:pPr>
            <a:r>
              <a:t>核心概念</a:t>
            </a:r>
          </a:p>
          <a:p>
            <a:pPr>
              <a:defRPr sz="1400"/>
            </a:pPr>
            <a:r>
              <a:t>算术/比较/逻辑运算符、运算优先级 是今日学习的重要内容。</a:t>
            </a:r>
          </a:p>
          <a:p>
            <a:pPr>
              <a:defRPr sz="1400"/>
            </a:pPr>
            <a:r>
              <a:t>为什么学？</a:t>
            </a:r>
          </a:p>
          <a:p>
            <a:pPr>
              <a:defRPr sz="1400"/>
            </a:pPr>
            <a:r>
              <a:t>在大模型应用开发中，这个知识点将在后续项目中直接用到:</a:t>
            </a:r>
          </a:p>
          <a:p>
            <a:pPr>
              <a:defRPr sz="1400"/>
            </a:pPr>
            <a:r>
              <a:t>- 与 Day 1 的知识形成递进</a:t>
            </a:r>
          </a:p>
          <a:p>
            <a:pPr>
              <a:defRPr sz="1400"/>
            </a:pPr>
            <a:r>
              <a:t>- 为 Day 5 的实操项目提供基础</a:t>
            </a:r>
          </a:p>
          <a:p>
            <a:pPr>
              <a:defRPr sz="1400"/>
            </a:pPr>
            <a:r>
              <a:t>学习要点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三、下午实操预告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今日下午核心项目: 文本清洗小工具</a:t>
            </a:r>
          </a:p>
          <a:p>
            <a:pPr>
              <a:defRPr sz="1400"/>
            </a:pPr>
            <a:r>
              <a:t>- 文本清洗小工具（去空格、统一大小写、敏感词替换）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下午实操：项目实战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项目名称</a:t>
            </a:r>
          </a:p>
          <a:p>
            <a:pPr>
              <a:defRPr sz="1400"/>
            </a:pPr>
            <a:r>
              <a:t>文本清洗小工具</a:t>
            </a:r>
          </a:p>
          <a:p>
            <a:pPr>
              <a:defRPr sz="1400"/>
            </a:pPr>
            <a:r>
              <a:t>推荐项目目录结构（企业级标准）</a:t>
            </a:r>
          </a:p>
          <a:p>
            <a:pPr>
              <a:defRPr sz="1400"/>
            </a:pPr>
            <a:r>
              <a:t>text</a:t>
            </a:r>
          </a:p>
          <a:p>
            <a:pPr>
              <a:defRPr sz="1400"/>
            </a:pPr>
            <a:r>
              <a:t>day02_project/</a:t>
            </a:r>
          </a:p>
          <a:p>
            <a:pPr>
              <a:defRPr sz="1400"/>
            </a:pPr>
            <a:r>
              <a:t>├─ src/</a:t>
            </a:r>
          </a:p>
          <a:p>
            <a:pPr>
              <a:defRPr sz="1400"/>
            </a:pPr>
            <a:r>
              <a:t>│  ├─ __init__.py</a:t>
            </a:r>
          </a:p>
          <a:p>
            <a:pPr>
              <a:defRPr sz="1400"/>
            </a:pPr>
            <a:r>
              <a:t>│  └─ main.py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知识小测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Q1. 请用自己的话解释「运算符」是什么，并举一个与大模型开发相关的例子。</a:t>
            </a:r>
          </a:p>
          <a:p>
            <a:pPr>
              <a:defRPr sz="1400"/>
            </a:pPr>
            <a:r>
              <a:t>&lt;details</a:t>
            </a:r>
          </a:p>
          <a:p>
            <a:pPr>
              <a:defRPr sz="1400"/>
            </a:pPr>
            <a:r>
              <a:t>&lt;summary参考答案思路&lt;/summary</a:t>
            </a:r>
          </a:p>
          <a:p>
            <a:pPr>
              <a:defRPr sz="1400"/>
            </a:pPr>
            <a:r>
              <a:t>- 定义: （学员填写）</a:t>
            </a:r>
          </a:p>
          <a:p>
            <a:pPr>
              <a:defRPr sz="1400"/>
            </a:pPr>
            <a:r>
              <a:t>- 例子: （结合 Day 1-2 所学填写）</a:t>
            </a:r>
          </a:p>
          <a:p>
            <a:pPr>
              <a:defRPr sz="1400"/>
            </a:pPr>
            <a:r>
              <a:t>- 后续应用: 将在 Day 9 左右用到</a:t>
            </a:r>
          </a:p>
          <a:p>
            <a:pPr>
              <a:defRPr sz="1400"/>
            </a:pPr>
            <a:r>
              <a:t>&lt;/details</a:t>
            </a:r>
          </a:p>
          <a:p>
            <a:pPr>
              <a:defRPr sz="1400"/>
            </a:pPr>
            <a:r>
              <a:t>Q2. 请用自己的话解释「字符串操作」是什么，并举一个与大模型开发相关的例子。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课后作业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必做</a:t>
            </a:r>
          </a:p>
          <a:p>
            <a:pPr>
              <a:defRPr sz="1400"/>
            </a:pPr>
            <a:r>
              <a:t>1. 完成今日实操项目「文本清洗小工具」</a:t>
            </a:r>
          </a:p>
          <a:p>
            <a:pPr>
              <a:defRPr sz="1400"/>
            </a:pPr>
            <a:r>
              <a:t>2. 提交代码到 GitHub（commit message: Day 2: 文本清洗小工具）</a:t>
            </a:r>
          </a:p>
          <a:p>
            <a:pPr>
              <a:defRPr sz="1400"/>
            </a:pPr>
            <a:r>
              <a:t>3. 在学习笔记中记录 3 个今天学到的新知识点</a:t>
            </a:r>
          </a:p>
          <a:p>
            <a:pPr>
              <a:defRPr sz="1400"/>
            </a:pPr>
            <a:r>
              <a:t>晚自习</a:t>
            </a:r>
          </a:p>
          <a:p>
            <a:pPr>
              <a:defRPr sz="1400"/>
            </a:pPr>
            <a:r>
              <a:t>- 复习 Day 1 代码，完成字符串练习题</a:t>
            </a:r>
          </a:p>
          <a:p>
            <a:pPr>
              <a:defRPr sz="1400"/>
            </a:pPr>
            <a:r>
              <a:t>选做</a:t>
            </a:r>
          </a:p>
          <a:p>
            <a:pPr>
              <a:defRPr sz="1400"/>
            </a:pPr>
            <a:r>
              <a:t>1. 阅读官方文档中与今日主题相关的章节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