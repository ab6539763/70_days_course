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40: LangChain Agent 与工具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40: LangChain Agent 与工具</a:t>
            </a:r>
          </a:p>
          <a:p>
            <a:pPr>
              <a:defRPr sz="1400"/>
            </a:pPr>
            <a:r>
              <a:t>零基础大模型应用开发 70 天培训课程  第 40/70 天  Agent 智能体开发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40.1 @tool 装饰器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from langchain_core.tools import tool</a:t>
            </a:r>
          </a:p>
          <a:p>
            <a:pPr>
              <a:defRPr sz="1400"/>
            </a:pPr>
            <a:r>
              <a:t>@tool</a:t>
            </a:r>
          </a:p>
          <a:p>
            <a:pPr>
              <a:defRPr sz="1400"/>
            </a:pPr>
            <a:r>
              <a:t>def search_web(query: str) - str:</a:t>
            </a:r>
          </a:p>
          <a:p>
            <a:pPr>
              <a:defRPr sz="1400"/>
            </a:pPr>
            <a:r>
              <a:t>"""搜索互联网获取最新信息"""</a:t>
            </a:r>
          </a:p>
          <a:p>
            <a:pPr>
              <a:defRPr sz="1400"/>
            </a:pPr>
            <a:r>
              <a:t>调用 Tavily API</a:t>
            </a:r>
          </a:p>
          <a:p>
            <a:pPr>
              <a:defRPr sz="1400"/>
            </a:pPr>
            <a:r>
              <a:t>return f"搜索结果: {query}"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39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Tool 的定义(@tool 装饰器)、内置工具生态</a:t>
            </a:r>
          </a:p>
          <a:p>
            <a:pPr>
              <a:defRPr sz="1400"/>
            </a:pPr>
            <a:r>
              <a:t>- create_tool_calling_agent、AgentExecutor、中间步骤观察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@tool</a:t>
            </a:r>
          </a:p>
          <a:p>
            <a:pPr>
              <a:defRPr sz="1400"/>
            </a:pPr>
            <a:r>
              <a:t>- AgentExecutor</a:t>
            </a:r>
          </a:p>
          <a:p>
            <a:pPr>
              <a:defRPr sz="1400"/>
            </a:pPr>
            <a:r>
              <a:t>- Tavily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Tool 的定义(@tool 装饰器)、内置工具生态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Tool 的定义(@tool 装饰器)、内置工具生态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38 的知识形成递进</a:t>
            </a:r>
          </a:p>
          <a:p>
            <a:pPr>
              <a:defRPr sz="1400"/>
            </a:pPr>
            <a:r>
              <a:t>- 为 Day 43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多工具 LangChain Agent</a:t>
            </a:r>
          </a:p>
          <a:p>
            <a:pPr>
              <a:defRPr sz="1400"/>
            </a:pPr>
            <a:r>
              <a:t>- 构建带搜索(Tavily)、代码执行、文件读写能力的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多工具 LangChain Agent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day40_project/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请用自己的话解释「@tool」是什么，并举一个与大模型开发相关的例子。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37-40 所学填写）</a:t>
            </a:r>
          </a:p>
          <a:p>
            <a:pPr>
              <a:defRPr sz="1400"/>
            </a:pPr>
            <a:r>
              <a:t>- 后续应用: 将在 Day 47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请用自己的话解释「AgentExecutor」是什么，并举一个与大模型开发相关的例子。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完成今日实操项目「多工具 LangChain Agent」</a:t>
            </a:r>
          </a:p>
          <a:p>
            <a:pPr>
              <a:defRPr sz="1400"/>
            </a:pPr>
            <a:r>
              <a:t>2. 提交代码到 GitHub（commit message: Day 40: 多工具 LangChain Agent）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记录 Agent 中间步骤并分析失败案例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