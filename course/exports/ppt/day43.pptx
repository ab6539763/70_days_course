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43: 多 Agent 系统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43: 多 Agent 系统</a:t>
            </a:r>
          </a:p>
          <a:p>
            <a:pPr>
              <a:defRPr sz="1400"/>
            </a:pPr>
            <a:r>
              <a:t>零基础大模型应用开发 70 天培训课程  第 43/70 天  Agent 智能体开发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43.1 Supervisor 模式</a:t>
            </a:r>
          </a:p>
          <a:p>
            <a:pPr>
              <a:defRPr sz="1400"/>
            </a:pPr>
            <a:r>
              <a:t>┌──────────────┐</a:t>
            </a:r>
          </a:p>
          <a:p>
            <a:pPr>
              <a:defRPr sz="1400"/>
            </a:pPr>
            <a:r>
              <a:t>│  Supervisor  │ ← 分配任务</a:t>
            </a:r>
          </a:p>
          <a:p>
            <a:pPr>
              <a:defRPr sz="1400"/>
            </a:pPr>
            <a:r>
              <a:t>└──────┬───────┘</a:t>
            </a:r>
          </a:p>
          <a:p>
            <a:pPr>
              <a:defRPr sz="1400"/>
            </a:pPr>
            <a:r>
              <a:t>┌──────────┼──────────┐</a:t>
            </a:r>
          </a:p>
          <a:p>
            <a:pPr>
              <a:defRPr sz="1400"/>
            </a:pPr>
            <a:r>
              <a:t>↓          ↓          ↓</a:t>
            </a:r>
          </a:p>
          <a:p>
            <a:pPr>
              <a:defRPr sz="1400"/>
            </a:pPr>
            <a:r>
              <a:t>┌────────┐ ┌────────┐ ┌────────┐</a:t>
            </a:r>
          </a:p>
          <a:p>
            <a:pPr>
              <a:defRPr sz="1400"/>
            </a:pPr>
            <a:r>
              <a:t>│ 搜索员  │ │ 分析师  │ │ 撰写员  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42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多 Agent 架构模式: Supervisor 模式、协作模式、层级模式</a:t>
            </a:r>
          </a:p>
          <a:p>
            <a:pPr>
              <a:defRPr sz="1400"/>
            </a:pPr>
            <a:r>
              <a:t>- LangGraph 实现 Supervisor 多 Agent 系统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Supervisor</a:t>
            </a:r>
          </a:p>
          <a:p>
            <a:pPr>
              <a:defRPr sz="1400"/>
            </a:pPr>
            <a:r>
              <a:t>- 多 Agent 协作</a:t>
            </a:r>
          </a:p>
          <a:p>
            <a:pPr>
              <a:defRPr sz="1400"/>
            </a:pPr>
            <a:r>
              <a:t>与课程主线的关系</a:t>
            </a:r>
          </a:p>
          <a:p>
            <a:pPr>
              <a:defRPr sz="1400"/>
            </a:pPr>
            <a:r>
              <a:t>今天是 第 4 阶段（Agent 智能体开发） 的第 5 天。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多 Agent 架构模式: Supervisor 模式、协作模式、层级模式</a:t>
            </a:r>
          </a:p>
          <a:p>
            <a:pPr>
              <a:defRPr sz="1400"/>
            </a:pPr>
            <a:r>
              <a:t>Agent vs Chain</a:t>
            </a:r>
          </a:p>
          <a:p>
            <a:pPr>
              <a:defRPr sz="1400"/>
            </a:pPr>
            <a:r>
              <a:t>Chain  Agent</a:t>
            </a:r>
          </a:p>
          <a:p>
            <a:pPr>
              <a:defRPr sz="1400"/>
            </a:pPr>
            <a:r>
              <a:t>执行方式  固定步骤  自主决策</a:t>
            </a:r>
          </a:p>
          <a:p>
            <a:pPr>
              <a:defRPr sz="1400"/>
            </a:pPr>
            <a:r>
              <a:t>灵活性  低  高</a:t>
            </a:r>
          </a:p>
          <a:p>
            <a:pPr>
              <a:defRPr sz="1400"/>
            </a:pPr>
            <a:r>
              <a:t>适用场景  翻译、摘要  复杂任务、多步推理</a:t>
            </a:r>
          </a:p>
          <a:p>
            <a:pPr>
              <a:defRPr sz="1400"/>
            </a:pPr>
            <a:r>
              <a:t>ReAct 循环</a:t>
            </a:r>
          </a:p>
          <a:p>
            <a:pPr>
              <a:defRPr sz="1400"/>
            </a:pPr>
            <a:r>
              <a:t>Thought（思考）→ Action（行动）→ Observation（观察）→ Thought → 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研究团队多 Agent</a:t>
            </a:r>
          </a:p>
          <a:p>
            <a:pPr>
              <a:defRPr sz="1400"/>
            </a:pPr>
            <a:r>
              <a:t>- 构建「研究团队」: 搜索员 + 分析师 + 报告撰写员协作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研究团队多 Agent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day43_project/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请用自己的话解释「Supervisor」是什么，并举一个与大模型开发相关的例子。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40-43 所学填写）</a:t>
            </a:r>
          </a:p>
          <a:p>
            <a:pPr>
              <a:defRPr sz="1400"/>
            </a:pPr>
            <a:r>
              <a:t>- 后续应用: 将在 Day 50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请用自己的话解释「多 Agent 协作」是什么，并举一个与大模型开发相关的例子。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完成今日实操项目「研究团队多 Agent」</a:t>
            </a:r>
          </a:p>
          <a:p>
            <a:pPr>
              <a:defRPr sz="1400"/>
            </a:pPr>
            <a:r>
              <a:t>2. 提交代码到 GitHub（commit message: Day 43: 研究团队多 Agent）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绘制多 Agent 协作时序图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