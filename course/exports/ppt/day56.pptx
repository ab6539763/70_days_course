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56: 应用部署工程化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56: 应用部署工程化</a:t>
            </a:r>
          </a:p>
          <a:p>
            <a:pPr>
              <a:defRPr sz="1400"/>
            </a:pPr>
            <a:r>
              <a:t>零基础大模型应用开发 70 天培训课程  第 56/70 天  模型微调与部署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56.1 Docker Compose 编排</a:t>
            </a:r>
          </a:p>
          <a:p>
            <a:pPr>
              <a:defRPr sz="1400"/>
            </a:pPr>
            <a:r>
              <a:t>yaml</a:t>
            </a:r>
          </a:p>
          <a:p>
            <a:pPr>
              <a:defRPr sz="1400"/>
            </a:pPr>
            <a:r>
              <a:t>version: '3.8'</a:t>
            </a:r>
          </a:p>
          <a:p>
            <a:pPr>
              <a:defRPr sz="1400"/>
            </a:pPr>
            <a:r>
              <a:t>services:</a:t>
            </a:r>
          </a:p>
          <a:p>
            <a:pPr>
              <a:defRPr sz="1400"/>
            </a:pPr>
            <a:r>
              <a:t>api:</a:t>
            </a:r>
          </a:p>
          <a:p>
            <a:pPr>
              <a:defRPr sz="1400"/>
            </a:pPr>
            <a:r>
              <a:t>build: ./backend</a:t>
            </a:r>
          </a:p>
          <a:p>
            <a:pPr>
              <a:defRPr sz="1400"/>
            </a:pPr>
            <a:r>
              <a:t>ports:</a:t>
            </a:r>
          </a:p>
          <a:p>
            <a:pPr>
              <a:defRPr sz="1400"/>
            </a:pPr>
            <a:r>
              <a:t>- "8000:8000"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55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Docker 入门: 镜像、容器、Dockerfile 编写</a:t>
            </a:r>
          </a:p>
          <a:p>
            <a:pPr>
              <a:defRPr sz="1400"/>
            </a:pPr>
            <a:r>
              <a:t>- Docker Compose 编排(应用 + 向量库 + 数据库)、云服务器部署上线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Docker</a:t>
            </a:r>
          </a:p>
          <a:p>
            <a:pPr>
              <a:defRPr sz="1400"/>
            </a:pPr>
            <a:r>
              <a:t>- Docker Compose</a:t>
            </a:r>
          </a:p>
          <a:p>
            <a:pPr>
              <a:defRPr sz="1400"/>
            </a:pPr>
            <a:r>
              <a:t>- 云部署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Docker 入门: 镜像、容器、Dockerfile 编写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概念  类比  说明</a:t>
            </a:r>
          </a:p>
          <a:p>
            <a:pPr>
              <a:defRPr sz="1400"/>
            </a:pPr>
            <a:r>
              <a:t>镜像 Image  安装光盘  只读模板</a:t>
            </a:r>
          </a:p>
          <a:p>
            <a:pPr>
              <a:defRPr sz="1400"/>
            </a:pPr>
            <a:r>
              <a:t>容器 Container  运行中的程序  镜像的实例</a:t>
            </a:r>
          </a:p>
          <a:p>
            <a:pPr>
              <a:defRPr sz="1400"/>
            </a:pPr>
            <a:r>
              <a:t>Dockerfile  安装说明书  构建镜像的脚本</a:t>
            </a:r>
          </a:p>
          <a:p>
            <a:pPr>
              <a:defRPr sz="1400"/>
            </a:pPr>
            <a:r>
              <a:t>Docker Compose  批量启动器  多容器编排</a:t>
            </a:r>
          </a:p>
          <a:p>
            <a:pPr>
              <a:defRPr sz="1400"/>
            </a:pPr>
            <a:r>
              <a:t>示例 Dockerfile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Docker 容器化部署</a:t>
            </a:r>
          </a:p>
          <a:p>
            <a:pPr>
              <a:defRPr sz="1400"/>
            </a:pPr>
            <a:r>
              <a:t>- 把知识库项目容器化并部署到公网可访问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Docker 容器化部署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day56_project/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请用自己的话解释「Docker」是什么，并举一个与大模型开发相关的例子。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53-56 所学填写）</a:t>
            </a:r>
          </a:p>
          <a:p>
            <a:pPr>
              <a:defRPr sz="1400"/>
            </a:pPr>
            <a:r>
              <a:t>- 后续应用: 将在 Day 63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请用自己的话解释「Docker Compose」是什么，并举一个与大模型开发相关的例子。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完成今日实操项目「Docker 容器化部署」</a:t>
            </a:r>
          </a:p>
          <a:p>
            <a:pPr>
              <a:defRPr sz="1400"/>
            </a:pPr>
            <a:r>
              <a:t>2. 提交代码到 GitHub（commit message: Day 56: Docker 容器化部署）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编写 docker-compose.yml 并测试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