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Day 69: 模拟面试日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零基础大模型应用开发 70 天培训课程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封面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Day 69: 模拟面试日</a:t>
            </a:r>
          </a:p>
          <a:p>
            <a:pPr>
              <a:defRPr sz="1400"/>
            </a:pPr>
            <a:r>
              <a:t>零基础大模型应用开发 70 天培训课程  第 69/70 天  毕业设计与就业冲刺</a:t>
            </a:r>
          </a:p>
          <a:p>
            <a:pPr>
              <a:defRPr sz="1400"/>
            </a:pPr>
            <a:r>
              <a:t>——————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常见错误与避坑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⚠️ 只看不练 — 必须动手敲代码</a:t>
            </a:r>
          </a:p>
          <a:p>
            <a:pPr>
              <a:defRPr sz="1400"/>
            </a:pPr>
            <a:r>
              <a:t>- ⚠️ 跳过基础直接调 API — 每天知识环环相扣</a:t>
            </a:r>
          </a:p>
          <a:p>
            <a:pPr>
              <a:defRPr sz="1400"/>
            </a:pPr>
            <a:r>
              <a:t>- ⚠️ 不写注释 — 企业级代码必须可读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课堂练习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📝 复习 Day 68 的核心知识点</a:t>
            </a:r>
          </a:p>
          <a:p>
            <a:pPr>
              <a:defRPr sz="1400"/>
            </a:pPr>
            <a:r>
              <a:t>- 📝 完成今日实操项目并提交 Git</a:t>
            </a:r>
          </a:p>
          <a:p>
            <a:pPr>
              <a:defRPr sz="1400"/>
            </a:pPr>
            <a:r>
              <a:t>- 📝 用 3 句话总结今天学到了什么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一、今日学习目标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完成今天的学习后，你将能够:</a:t>
            </a:r>
          </a:p>
          <a:p>
            <a:pPr>
              <a:defRPr sz="1400"/>
            </a:pPr>
            <a:r>
              <a:t>- 一对一全真模拟面试(技术面 + HR 面)，逐人反馈改进清单</a:t>
            </a:r>
          </a:p>
          <a:p>
            <a:pPr>
              <a:defRPr sz="1400"/>
            </a:pPr>
            <a:r>
              <a:t>核心技能点</a:t>
            </a:r>
          </a:p>
          <a:p>
            <a:pPr>
              <a:defRPr sz="1400"/>
            </a:pPr>
            <a:r>
              <a:t>- 模拟面试</a:t>
            </a:r>
          </a:p>
          <a:p>
            <a:pPr>
              <a:defRPr sz="1400"/>
            </a:pPr>
            <a:r>
              <a:t>- HR 面</a:t>
            </a:r>
          </a:p>
          <a:p>
            <a:pPr>
              <a:defRPr sz="1400"/>
            </a:pPr>
            <a:r>
              <a:t>与课程主线的关系</a:t>
            </a:r>
          </a:p>
          <a:p>
            <a:pPr>
              <a:defRPr sz="1400"/>
            </a:pPr>
            <a:r>
              <a:t>今天是 第 6 阶段（毕业设计与就业冲刺） 的第 9 天。</a:t>
            </a:r>
          </a:p>
          <a:p>
            <a:pPr>
              <a:defRPr sz="1400"/>
            </a:pPr>
            <a:r>
              <a:t>今日主题「模拟面试日」是整条 70 天学习路径中的关键一环。请对照总路线图理解今天学什么、为什么学、后面哪里会用到。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二、理论精讲（纳米级拆解）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2.1 一对一全真模拟面试(技术面 + HR 面)，逐人反馈改进清单</a:t>
            </a:r>
          </a:p>
          <a:p>
            <a:pPr>
              <a:defRPr sz="1400"/>
            </a:pPr>
            <a:r>
              <a:t>一对一全真模拟面试(技术面 + HR 面)，逐人反馈改进清单</a:t>
            </a:r>
          </a:p>
          <a:p>
            <a:pPr>
              <a:defRPr sz="1400"/>
            </a:pPr>
            <a:r>
              <a:t>今日以实战演练和职业准备为主。</a:t>
            </a:r>
          </a:p>
          <a:p>
            <a:pPr>
              <a:defRPr sz="1400"/>
            </a:pPr>
            <a:r>
              <a:t>简历 STAR 法则</a:t>
            </a:r>
          </a:p>
          <a:p>
            <a:pPr>
              <a:defRPr sz="1400"/>
            </a:pPr>
            <a:r>
              <a:t>- Situation: 项目背景</a:t>
            </a:r>
          </a:p>
          <a:p>
            <a:pPr>
              <a:defRPr sz="1400"/>
            </a:pPr>
            <a:r>
              <a:t>- Task: 你的任务</a:t>
            </a:r>
          </a:p>
          <a:p>
            <a:pPr>
              <a:defRPr sz="1400"/>
            </a:pPr>
            <a:r>
              <a:t>- Action: 你做了什么（技术栈、架构）</a:t>
            </a:r>
          </a:p>
          <a:p>
            <a:pPr>
              <a:defRPr sz="1400"/>
            </a:pPr>
            <a:r>
              <a:t>- Result: 量化成果（准确率、用户数、响应时间）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三、下午实操预告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今日下午核心项目: 全真模拟面试</a:t>
            </a:r>
          </a:p>
          <a:p>
            <a:pPr>
              <a:defRPr sz="1400"/>
            </a:pPr>
            <a:r>
              <a:t>- 模拟面试(续)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下午实操：项目实战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项目名称</a:t>
            </a:r>
          </a:p>
          <a:p>
            <a:pPr>
              <a:defRPr sz="1400"/>
            </a:pPr>
            <a:r>
              <a:t>全真模拟面试</a:t>
            </a:r>
          </a:p>
          <a:p>
            <a:pPr>
              <a:defRPr sz="1400"/>
            </a:pPr>
            <a:r>
              <a:t>推荐项目目录结构（企业级标准）</a:t>
            </a:r>
          </a:p>
          <a:p>
            <a:pPr>
              <a:defRPr sz="1400"/>
            </a:pPr>
            <a:r>
              <a:t>text</a:t>
            </a:r>
          </a:p>
          <a:p>
            <a:pPr>
              <a:defRPr sz="1400"/>
            </a:pPr>
            <a:r>
              <a:t>day69_project/</a:t>
            </a:r>
          </a:p>
          <a:p>
            <a:pPr>
              <a:defRPr sz="1400"/>
            </a:pPr>
            <a:r>
              <a:t>├─ src/</a:t>
            </a:r>
          </a:p>
          <a:p>
            <a:pPr>
              <a:defRPr sz="1400"/>
            </a:pPr>
            <a:r>
              <a:t>│  ├─ __init__.py</a:t>
            </a:r>
          </a:p>
          <a:p>
            <a:pPr>
              <a:defRPr sz="1400"/>
            </a:pPr>
            <a:r>
              <a:t>│  └─ main.py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知识小测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Q1. 请用自己的话解释「模拟面试」是什么，并举一个与大模型开发相关的例子。</a:t>
            </a:r>
          </a:p>
          <a:p>
            <a:pPr>
              <a:defRPr sz="1400"/>
            </a:pPr>
            <a:r>
              <a:t>&lt;details</a:t>
            </a:r>
          </a:p>
          <a:p>
            <a:pPr>
              <a:defRPr sz="1400"/>
            </a:pPr>
            <a:r>
              <a:t>&lt;summary参考答案思路&lt;/summary</a:t>
            </a:r>
          </a:p>
          <a:p>
            <a:pPr>
              <a:defRPr sz="1400"/>
            </a:pPr>
            <a:r>
              <a:t>- 定义: （学员填写）</a:t>
            </a:r>
          </a:p>
          <a:p>
            <a:pPr>
              <a:defRPr sz="1400"/>
            </a:pPr>
            <a:r>
              <a:t>- 例子: （结合 Day 66-69 所学填写）</a:t>
            </a:r>
          </a:p>
          <a:p>
            <a:pPr>
              <a:defRPr sz="1400"/>
            </a:pPr>
            <a:r>
              <a:t>- 后续应用: 将在 Day 70 左右用到</a:t>
            </a:r>
          </a:p>
          <a:p>
            <a:pPr>
              <a:defRPr sz="1400"/>
            </a:pPr>
            <a:r>
              <a:t>&lt;/details</a:t>
            </a:r>
          </a:p>
          <a:p>
            <a:pPr>
              <a:defRPr sz="1400"/>
            </a:pPr>
            <a:r>
              <a:t>Q2. 请用自己的话解释「HR 面」是什么，并举一个与大模型开发相关的例子。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课后作业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必做</a:t>
            </a:r>
          </a:p>
          <a:p>
            <a:pPr>
              <a:defRPr sz="1400"/>
            </a:pPr>
            <a:r>
              <a:t>1. 完成今日实操项目「全真模拟面试」</a:t>
            </a:r>
          </a:p>
          <a:p>
            <a:pPr>
              <a:defRPr sz="1400"/>
            </a:pPr>
            <a:r>
              <a:t>2. 提交代码到 GitHub（commit message: Day 69: 全真模拟面试）</a:t>
            </a:r>
          </a:p>
          <a:p>
            <a:pPr>
              <a:defRPr sz="1400"/>
            </a:pPr>
            <a:r>
              <a:t>3. 在学习笔记中记录 3 个今天学到的新知识点</a:t>
            </a:r>
          </a:p>
          <a:p>
            <a:pPr>
              <a:defRPr sz="1400"/>
            </a:pPr>
            <a:r>
              <a:t>晚自习</a:t>
            </a:r>
          </a:p>
          <a:p>
            <a:pPr>
              <a:defRPr sz="1400"/>
            </a:pPr>
            <a:r>
              <a:t>- 根据反馈改进</a:t>
            </a:r>
          </a:p>
          <a:p>
            <a:pPr>
              <a:defRPr sz="1400"/>
            </a:pPr>
            <a:r>
              <a:t>选做</a:t>
            </a:r>
          </a:p>
          <a:p>
            <a:pPr>
              <a:defRPr sz="1400"/>
            </a:pPr>
            <a:r>
              <a:t>1. 阅读官方文档中与今日主题相关的章节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