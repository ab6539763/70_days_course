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42: LangGraph 进阶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42: LangGraph 进阶</a:t>
            </a:r>
          </a:p>
          <a:p>
            <a:pPr>
              <a:defRPr sz="1400"/>
            </a:pPr>
            <a:r>
              <a:t>零基础大模型应用开发 70 天培训课程  第 42/70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42.1 Checkpointer 持久化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from langgraph.checkpoint.memory import MemorySaver</a:t>
            </a:r>
          </a:p>
          <a:p>
            <a:pPr>
              <a:defRPr sz="1400"/>
            </a:pPr>
            <a:r>
              <a:t>memory = MemorySaver()</a:t>
            </a:r>
          </a:p>
          <a:p>
            <a:pPr>
              <a:defRPr sz="1400"/>
            </a:pPr>
            <a:r>
              <a:t>graph = workflow.compile(checkpointer=memory)</a:t>
            </a:r>
          </a:p>
          <a:p>
            <a:pPr>
              <a:defRPr sz="1400"/>
            </a:pPr>
            <a:r>
              <a:t>带 thread_id 运行，支持恢复</a:t>
            </a:r>
          </a:p>
          <a:p>
            <a:pPr>
              <a:defRPr sz="1400"/>
            </a:pPr>
            <a:r>
              <a:t>config = {"configurable": {"thread_id": "session-001"}}</a:t>
            </a:r>
          </a:p>
          <a:p>
            <a:pPr>
              <a:defRPr sz="1400"/>
            </a:pPr>
            <a:r>
              <a:t>result = graph.invoke(input, config)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41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持久化(Checkpointer)、中断与恢复(Human-in-the-loop)</a:t>
            </a:r>
          </a:p>
          <a:p>
            <a:pPr>
              <a:defRPr sz="1400"/>
            </a:pPr>
            <a:r>
              <a:t>- 子图、并行节点、错误重试策略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Checkpointer</a:t>
            </a:r>
          </a:p>
          <a:p>
            <a:pPr>
              <a:defRPr sz="1400"/>
            </a:pPr>
            <a:r>
              <a:t>- 并行节点</a:t>
            </a:r>
          </a:p>
          <a:p>
            <a:pPr>
              <a:defRPr sz="1400"/>
            </a:pPr>
            <a:r>
              <a:t>- 重试策略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持久化(Checkpointer)、中断与恢复(Human-in-the-loop)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持久化(Checkpointer)、中断与恢复(Human-in-the-loop)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40 的知识形成递进</a:t>
            </a:r>
          </a:p>
          <a:p>
            <a:pPr>
              <a:defRPr sz="1400"/>
            </a:pPr>
            <a:r>
              <a:t>- 为 Day 45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写作 Agent 工作流</a:t>
            </a:r>
          </a:p>
          <a:p>
            <a:pPr>
              <a:defRPr sz="1400"/>
            </a:pPr>
            <a:r>
              <a:t>- 构建「写作 Agent」: 大纲 → 分章节并行写作 → 汇总润色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写作 Agent 工作流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day42_project/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请用自己的话解释「Checkpointer」是什么，并举一个与大模型开发相关的例子。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39-42 所学填写）</a:t>
            </a:r>
          </a:p>
          <a:p>
            <a:pPr>
              <a:defRPr sz="1400"/>
            </a:pPr>
            <a:r>
              <a:t>- 后续应用: 将在 Day 49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请用自己的话解释「并行节点」是什么，并举一个与大模型开发相关的例子。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完成今日实操项目「写作 Agent 工作流」</a:t>
            </a:r>
          </a:p>
          <a:p>
            <a:pPr>
              <a:defRPr sz="1400"/>
            </a:pPr>
            <a:r>
              <a:t>2. 提交代码到 GitHub（commit message: Day 42: 写作 Agent 工作流）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测试中断恢复流程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