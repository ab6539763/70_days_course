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52: 数据集构建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52: 数据集构建</a:t>
            </a:r>
          </a:p>
          <a:p>
            <a:pPr>
              <a:defRPr sz="1400"/>
            </a:pPr>
            <a:r>
              <a:t>零基础大模型应用开发 70 天培训课程  第 52/70 天  模型微调与部署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52.1 Alpaca 数据格式</a:t>
            </a:r>
          </a:p>
          <a:p>
            <a:pPr>
              <a:defRPr sz="1400"/>
            </a:pPr>
            <a:r>
              <a:t>json</a:t>
            </a:r>
          </a:p>
          <a:p>
            <a:pPr>
              <a:defRPr sz="1400"/>
            </a:pPr>
            <a:r>
              <a:t>{</a:t>
            </a:r>
          </a:p>
          <a:p>
            <a:pPr>
              <a:defRPr sz="1400"/>
            </a:pPr>
            <a:r>
              <a:t>"instruction": "将以下文本翻译成英文",</a:t>
            </a:r>
          </a:p>
          <a:p>
            <a:pPr>
              <a:defRPr sz="1400"/>
            </a:pPr>
            <a:r>
              <a:t>"input": "今天天气很好",</a:t>
            </a:r>
          </a:p>
          <a:p>
            <a:pPr>
              <a:defRPr sz="1400"/>
            </a:pPr>
            <a:r>
              <a:t>"output": "The weather is nice today."</a:t>
            </a:r>
          </a:p>
          <a:p>
            <a:pPr>
              <a:defRPr sz="1400"/>
            </a:pPr>
            <a:r>
              <a:t>}</a:t>
            </a:r>
          </a:p>
          <a:p>
            <a:pPr>
              <a:defRPr sz="1400"/>
            </a:pPr>
            <a:r>
              <a:t>52.2 Self-Instruct 数据生成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51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指令微调数据格式(Alpaca / ShareGPT 格式)</a:t>
            </a:r>
          </a:p>
          <a:p>
            <a:pPr>
              <a:defRPr sz="1400"/>
            </a:pPr>
            <a:r>
              <a:t>- 数据清洗、去重、用大模型辅助生成训练数据(Self-Instruct)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Alpaca 格式</a:t>
            </a:r>
          </a:p>
          <a:p>
            <a:pPr>
              <a:defRPr sz="1400"/>
            </a:pPr>
            <a:r>
              <a:t>- Self-Instruct</a:t>
            </a:r>
          </a:p>
          <a:p>
            <a:pPr>
              <a:defRPr sz="1400"/>
            </a:pPr>
            <a:r>
              <a:t>- 数据清洗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指令微调数据格式(Alpaca / ShareGPT 格式)</a:t>
            </a:r>
          </a:p>
          <a:p>
            <a:pPr>
              <a:defRPr sz="1400"/>
            </a:pPr>
            <a:r>
              <a:t>微调 vs RAG vs Prompt 决策树</a:t>
            </a:r>
          </a:p>
          <a:p>
            <a:pPr>
              <a:defRPr sz="1400"/>
            </a:pPr>
            <a:r>
              <a:t>数据是公开知识？ → RAG</a:t>
            </a:r>
          </a:p>
          <a:p>
            <a:pPr>
              <a:defRPr sz="1400"/>
            </a:pPr>
            <a:r>
              <a:t>需要改变模型行为/风格？ → 微调</a:t>
            </a:r>
          </a:p>
          <a:p>
            <a:pPr>
              <a:defRPr sz="1400"/>
            </a:pPr>
            <a:r>
              <a:t>只是临时任务？ → Prompt 工程</a:t>
            </a:r>
          </a:p>
          <a:p>
            <a:pPr>
              <a:defRPr sz="1400"/>
            </a:pPr>
            <a:r>
              <a:t>LoRA 原理（通俗版）</a:t>
            </a:r>
          </a:p>
          <a:p>
            <a:pPr>
              <a:defRPr sz="1400"/>
            </a:pPr>
            <a:r>
              <a:t>不改动大模型全部参数，只训练一小撮「适配器」参数。</a:t>
            </a:r>
          </a:p>
          <a:p>
            <a:pPr>
              <a:defRPr sz="1400"/>
            </a:pPr>
            <a:r>
              <a:t>就像给一本厚书贴便利贴，而不是重写整本书。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客服微调数据集</a:t>
            </a:r>
          </a:p>
          <a:p>
            <a:pPr>
              <a:defRPr sz="1400"/>
            </a:pPr>
            <a:r>
              <a:t>- 构建一个 500 条的垂直领域(如客服)微调数据集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客服微调数据集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day52_project/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请用自己的话解释「Alpaca 格式」是什么，并举一个与大模型开发相关的例子。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49-52 所学填写）</a:t>
            </a:r>
          </a:p>
          <a:p>
            <a:pPr>
              <a:defRPr sz="1400"/>
            </a:pPr>
            <a:r>
              <a:t>- 后续应用: 将在 Day 59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请用自己的话解释「Self-Instruct」是什么，并举一个与大模型开发相关的例子。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完成今日实操项目「客服微调数据集」</a:t>
            </a:r>
          </a:p>
          <a:p>
            <a:pPr>
              <a:defRPr sz="1400"/>
            </a:pPr>
            <a:r>
              <a:t>2. 提交代码到 GitHub（commit message: Day 52: 客服微调数据集）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检查数据质量：重复率、格式合规率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