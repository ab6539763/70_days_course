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21: 周测 + 综合练习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21: 周测 + 综合练习</a:t>
            </a:r>
          </a:p>
          <a:p>
            <a:pPr>
              <a:defRPr sz="1400"/>
            </a:pPr>
            <a:r>
              <a:t>零基础大模型应用开发 70 天培训课程  第 21/70 天  大模型基础理论与 Prompt 工程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20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周测（Prompt 工程 + API 使用）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Prompt</a:t>
            </a:r>
          </a:p>
          <a:p>
            <a:pPr>
              <a:defRPr sz="1400"/>
            </a:pPr>
            <a:r>
              <a:t>- API</a:t>
            </a:r>
          </a:p>
          <a:p>
            <a:pPr>
              <a:defRPr sz="1400"/>
            </a:pPr>
            <a:r>
              <a:t>- 工具调用</a:t>
            </a:r>
          </a:p>
          <a:p>
            <a:pPr>
              <a:defRPr sz="1400"/>
            </a:pPr>
            <a:r>
              <a:t>- 流式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周测（Prompt 工程 + API 使用）</a:t>
            </a:r>
          </a:p>
          <a:p>
            <a:pPr>
              <a:defRPr sz="1400"/>
            </a:pPr>
            <a:r>
              <a:t>HTTP 协议基础</a:t>
            </a:r>
          </a:p>
          <a:p>
            <a:pPr>
              <a:defRPr sz="1400"/>
            </a:pPr>
            <a:r>
              <a:t>方法  用途  大模型场景</a:t>
            </a:r>
          </a:p>
          <a:p>
            <a:pPr>
              <a:defRPr sz="1400"/>
            </a:pPr>
            <a:r>
              <a:t>GET  获取资源  查询模型列表</a:t>
            </a:r>
          </a:p>
          <a:p>
            <a:pPr>
              <a:defRPr sz="1400"/>
            </a:pPr>
            <a:r>
              <a:t>POST  提交数据  调用 Chat API（最常用）</a:t>
            </a:r>
          </a:p>
          <a:p>
            <a:pPr>
              <a:defRPr sz="1400"/>
            </a:pPr>
            <a:r>
              <a:t>关键概念</a:t>
            </a:r>
          </a:p>
          <a:p>
            <a:pPr>
              <a:defRPr sz="1400"/>
            </a:pPr>
            <a:r>
              <a:t>- URL: 接口地址，如 https://api.deepseek.com/v1/chat/completions</a:t>
            </a:r>
          </a:p>
          <a:p>
            <a:pPr>
              <a:defRPr sz="1400"/>
            </a:pPr>
            <a:r>
              <a:t>- Header: 请求头，携带 Authorization: Bearer &lt;API_KEY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整合小项目（对话+工具+流式）</a:t>
            </a:r>
          </a:p>
          <a:p>
            <a:pPr>
              <a:defRPr sz="1400"/>
            </a:pPr>
            <a:r>
              <a:t>- 多轮对话 + 工具调用 + 流式输出的整合小项目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整合小项目（对话+工具+流式）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day21_project/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请用自己的话解释「Prompt」是什么，并举一个与大模型开发相关的例子。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18-21 所学填写）</a:t>
            </a:r>
          </a:p>
          <a:p>
            <a:pPr>
              <a:defRPr sz="1400"/>
            </a:pPr>
            <a:r>
              <a:t>- 后续应用: 将在 Day 28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请用自己的话解释「API」是什么，并举一个与大模型开发相关的例子。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完成今日实操项目「整合小项目（对话+工具+流式）」</a:t>
            </a:r>
          </a:p>
          <a:p>
            <a:pPr>
              <a:defRPr sz="1400"/>
            </a:pPr>
            <a:r>
              <a:t>2. 提交代码到 GitHub（commit message: Day 21: 整合小项目（对话+工具+流式））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复盘第二/三周知识图谱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