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57: 周测 + 安全与合规专题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57: 周测 + 安全与合规专题</a:t>
            </a:r>
          </a:p>
          <a:p>
            <a:pPr>
              <a:defRPr sz="1400"/>
            </a:pPr>
            <a:r>
              <a:t>零基础大模型应用开发 70 天培训课程  第 57/70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57.1 安全清单</a:t>
            </a:r>
          </a:p>
          <a:p>
            <a:pPr>
              <a:defRPr sz="1400"/>
            </a:pPr>
            <a:r>
              <a:t>- [ ] API Key 不硬编码，用环境变量</a:t>
            </a:r>
          </a:p>
          <a:p>
            <a:pPr>
              <a:defRPr sz="1400"/>
            </a:pPr>
            <a:r>
              <a:t>- [ ] 用户输入过滤（Prompt 注入防御）</a:t>
            </a:r>
          </a:p>
          <a:p>
            <a:pPr>
              <a:defRPr sz="1400"/>
            </a:pPr>
            <a:r>
              <a:t>- [ ] 输出内容审核（敏感词过滤）</a:t>
            </a:r>
          </a:p>
          <a:p>
            <a:pPr>
              <a:defRPr sz="1400"/>
            </a:pPr>
            <a:r>
              <a:t>- [ ] 个人信息脱敏（手机号、身份证）</a:t>
            </a:r>
          </a:p>
          <a:p>
            <a:pPr>
              <a:defRPr sz="1400"/>
            </a:pPr>
            <a:r>
              <a:t>- [ ] 请求频率限制（防滥用）</a:t>
            </a:r>
          </a:p>
          <a:p>
            <a:pPr>
              <a:defRPr sz="1400"/>
            </a:pPr>
            <a:r>
              <a:t>- [ ] 成本监控与告警</a:t>
            </a:r>
          </a:p>
          <a:p>
            <a:pPr>
              <a:defRPr sz="1400"/>
            </a:pPr>
            <a:r>
              <a:t>- [ ] 日志不记录敏感信息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周测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内容审核</a:t>
            </a:r>
          </a:p>
          <a:p>
            <a:pPr>
              <a:defRPr sz="1400"/>
            </a:pPr>
            <a:r>
              <a:t>- 脱敏</a:t>
            </a:r>
          </a:p>
          <a:p>
            <a:pPr>
              <a:defRPr sz="1400"/>
            </a:pPr>
            <a:r>
              <a:t>- 合规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5 阶段（模型微调与部署） 的第 7 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周测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周测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55 的知识形成递进</a:t>
            </a:r>
          </a:p>
          <a:p>
            <a:pPr>
              <a:defRPr sz="1400"/>
            </a:pPr>
            <a:r>
              <a:t>- 为 Day 60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安全合规改造</a:t>
            </a:r>
          </a:p>
          <a:p>
            <a:pPr>
              <a:defRPr sz="1400"/>
            </a:pPr>
            <a:r>
              <a:t>- 大模型应用安全: 内容审核接入、敏感信息脱敏、备案合规常识、成本监控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安全合规改造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请用自己的话解释「内容审核」是什么，并举一个与大模型开发相关的例子。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54-57 所学填写）</a:t>
            </a:r>
          </a:p>
          <a:p>
            <a:pPr>
              <a:defRPr sz="1400"/>
            </a:pPr>
            <a:r>
              <a:t>- 后续应用: 将在 Day 64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请用自己的话解释「脱敏」是什么，并举一个与大模型开发相关的例子。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完成今日实操项目「安全合规改造」</a:t>
            </a:r>
          </a:p>
          <a:p>
            <a:pPr>
              <a:defRPr sz="1400"/>
            </a:pPr>
            <a:r>
              <a:t>2. 提交代码到 GitHub（commit message: Day 57: 安全合规改造）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为项目添加内容审核与脱敏模块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