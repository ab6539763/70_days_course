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39: Agent 概念与 ReAct 范式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39: Agent 概念与 ReAct 范式</a:t>
            </a:r>
          </a:p>
          <a:p>
            <a:pPr>
              <a:defRPr sz="1400"/>
            </a:pPr>
            <a:r>
              <a:t>零基础大模型应用开发 70 天培训课程  第 39/70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7 周: Agent 基础</a:t>
            </a:r>
          </a:p>
          <a:p>
            <a:pPr>
              <a:defRPr sz="1400"/>
            </a:pPr>
            <a:r>
              <a:t>ReAct → LangChain Agent → LangGraph → 多 Agent → MCP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多 Agent 办公助手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39.1 Agent 核心概念</a:t>
            </a:r>
          </a:p>
          <a:p>
            <a:pPr>
              <a:defRPr sz="1400"/>
            </a:pPr>
            <a:r>
              <a:t>Agent = LLM + 工具 + 记忆 + 规划</a:t>
            </a:r>
          </a:p>
          <a:p>
            <a:pPr>
              <a:defRPr sz="1400"/>
            </a:pPr>
            <a:r>
              <a:t>感知(Perceive) → 思考(Think) → 行动(Act) → 观察(Observe) → 循环</a:t>
            </a:r>
          </a:p>
          <a:p>
            <a:pPr>
              <a:defRPr sz="1400"/>
            </a:pPr>
            <a:r>
              <a:t>39.2 ReAct 范式</a:t>
            </a:r>
          </a:p>
          <a:p>
            <a:pPr>
              <a:defRPr sz="1400"/>
            </a:pPr>
            <a:r>
              <a:t>Question: 北京和上海的人口之和是多少？</a:t>
            </a:r>
          </a:p>
          <a:p>
            <a:pPr>
              <a:defRPr sz="1400"/>
            </a:pPr>
            <a:r>
              <a:t>Thought 1: 我需要分别查询北京和上海的人口</a:t>
            </a:r>
          </a:p>
          <a:p>
            <a:pPr>
              <a:defRPr sz="1400"/>
            </a:pPr>
            <a:r>
              <a:t>Action 1: search("北京人口")</a:t>
            </a:r>
          </a:p>
          <a:p>
            <a:pPr>
              <a:defRPr sz="1400"/>
            </a:pPr>
            <a:r>
              <a:t>Observation 1: 北京常住人口约2185万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什么是 Agent: 感知-思考-行动循环、与 Chain 的本质区别</a:t>
            </a:r>
          </a:p>
          <a:p>
            <a:pPr>
              <a:defRPr sz="1400"/>
            </a:pPr>
            <a:r>
              <a:t>- ReAct 论文精讲(Thought → Action → Observation)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Agent</a:t>
            </a:r>
          </a:p>
          <a:p>
            <a:pPr>
              <a:defRPr sz="1400"/>
            </a:pPr>
            <a:r>
              <a:t>- ReAct</a:t>
            </a:r>
          </a:p>
          <a:p>
            <a:pPr>
              <a:defRPr sz="1400"/>
            </a:pPr>
            <a:r>
              <a:t>- Thought-Action-Observation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什么是 Agent: 感知-思考-行动循环、与 Chain 的本质区别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手写 ReAct Agent</a:t>
            </a:r>
          </a:p>
          <a:p>
            <a:pPr>
              <a:defRPr sz="1400"/>
            </a:pPr>
            <a:r>
              <a:t>- 纯手写一个极简 ReAct Agent(理解底层原理)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手写 ReAct Agent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请用自己的话解释「Agent」是什么，并举一个与大模型开发相关的例子。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36-39 所学填写）</a:t>
            </a:r>
          </a:p>
          <a:p>
            <a:pPr>
              <a:defRPr sz="1400"/>
            </a:pPr>
            <a:r>
              <a:t>- 后续应用: 将在 Day 46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请用自己的话解释「ReAct」是什么，并举一个与大模型开发相关的例子。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完成今日实操项目「手写 ReAct Agent」</a:t>
            </a:r>
          </a:p>
          <a:p>
            <a:pPr>
              <a:defRPr sz="1400"/>
            </a:pPr>
            <a:r>
              <a:t>2. 提交代码到 GitHub（commit message: Day 39: 手写 ReAct Agent）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完成「搜索 + 计算」组合任务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