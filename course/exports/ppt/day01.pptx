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1: 开发环境与第一行代码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1: 开发环境与第一行代码</a:t>
            </a:r>
          </a:p>
          <a:p>
            <a:pPr>
              <a:defRPr sz="1400"/>
            </a:pPr>
            <a:r>
              <a:t>零基础大模型应用开发 70 天培训课程  第 1/70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本周学习路线图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1 周: Python 入门</a:t>
            </a:r>
          </a:p>
          <a:p>
            <a:pPr>
              <a:defRPr sz="1400"/>
            </a:pPr>
            <a:r>
              <a:t>变量 → 字符串 → 流程控制 → 数据结构 → 函数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周末项目: 命令行通讯录系统</a:t>
            </a:r>
          </a:p>
          <a:p>
            <a:pPr>
              <a:defRPr sz="1400"/>
            </a:pPr>
            <a:r>
              <a:t>本周每一天环环相扣，请按顺序学习，不要跳天。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一、课程全景：为什么学这门课？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大模型行业正在发生什么？</a:t>
            </a:r>
          </a:p>
          <a:p>
            <a:pPr>
              <a:defRPr sz="1400"/>
            </a:pPr>
            <a:r>
              <a:t>2023-2026 年，大模型从「实验室玩具」变成「生产力基础设施」:</a:t>
            </a:r>
          </a:p>
          <a:p>
            <a:pPr>
              <a:defRPr sz="1400"/>
            </a:pPr>
            <a:r>
              <a:t>趋势  具体表现  对开发者意味着什么</a:t>
            </a:r>
          </a:p>
          <a:p>
            <a:pPr>
              <a:defRPr sz="1400"/>
            </a:pPr>
            <a:r>
              <a:t>API 普惠  DeepSeek/Qwen 等低价 API  零基础也能做出可用产品</a:t>
            </a:r>
          </a:p>
          <a:p>
            <a:pPr>
              <a:defRPr sz="1400"/>
            </a:pPr>
            <a:r>
              <a:t>RAG 爆发  企业知识库问答成为标配  岗位需求最大的方向之一</a:t>
            </a:r>
          </a:p>
          <a:p>
            <a:pPr>
              <a:defRPr sz="1400"/>
            </a:pPr>
            <a:r>
              <a:t>Agent 崛起  从聊天到自主执行任务  2025-2026 最热技能栈</a:t>
            </a:r>
          </a:p>
          <a:p>
            <a:pPr>
              <a:defRPr sz="1400"/>
            </a:pPr>
            <a:r>
              <a:t>低代码 + 代码并存  Dify/Coze + LangChain  懂代码的更有竞争力</a:t>
            </a:r>
          </a:p>
          <a:p>
            <a:pPr>
              <a:defRPr sz="1400"/>
            </a:pPr>
            <a:r>
              <a:t>2. 70 天你将获得什么？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二、纳米级拆解：什么是「变量」？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先用生活类比</a:t>
            </a:r>
          </a:p>
          <a:p>
            <a:pPr>
              <a:defRPr sz="1400"/>
            </a:pPr>
            <a:r>
              <a:t>变量就像一个贴了标签的盒子:</a:t>
            </a:r>
          </a:p>
          <a:p>
            <a:pPr>
              <a:defRPr sz="1400"/>
            </a:pPr>
            <a:r>
              <a:t>- 标签 = 变量名（如 name）</a:t>
            </a:r>
          </a:p>
          <a:p>
            <a:pPr>
              <a:defRPr sz="1400"/>
            </a:pPr>
            <a:r>
              <a:t>- 盒子里的东西 = 变量的值（如 "张三"）</a:t>
            </a:r>
          </a:p>
          <a:p>
            <a:pPr>
              <a:defRPr sz="1400"/>
            </a:pPr>
            <a:r>
              <a:t>- 你可以随时打开盒子，看看或换掉里面的东西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name = "张三"       把字符串 "张三" 放进名为 name 的盒子</a:t>
            </a:r>
          </a:p>
          <a:p>
            <a:pPr>
              <a:defRPr sz="1400"/>
            </a:pPr>
            <a:r>
              <a:t>age = 25            把整数 25 放进名为 age 的盒子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三、print 与 input：程序与用户的桥梁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 — 输出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print("Hello, World!")                     基础输出</a:t>
            </a:r>
          </a:p>
          <a:p>
            <a:pPr>
              <a:defRPr sz="1400"/>
            </a:pPr>
            <a:r>
              <a:t>print("姓名:", name, "年龄:", age)          多值输出</a:t>
            </a:r>
          </a:p>
          <a:p>
            <a:pPr>
              <a:defRPr sz="1400"/>
            </a:pPr>
            <a:r>
              <a:t>print(f"我叫{name}，今年{age}岁")        f-string（Day 2 深入）</a:t>
            </a:r>
          </a:p>
          <a:p>
            <a:pPr>
              <a:defRPr sz="1400"/>
            </a:pPr>
            <a:r>
              <a:t>input — 输入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name = input("请输入你的名字: 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四、下午实操：个人信息卡片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项目需求</a:t>
            </a:r>
          </a:p>
          <a:p>
            <a:pPr>
              <a:defRPr sz="1400"/>
            </a:pPr>
            <a:r>
              <a:t>编写一个命令行程序:</a:t>
            </a:r>
          </a:p>
          <a:p>
            <a:pPr>
              <a:defRPr sz="1400"/>
            </a:pPr>
            <a:r>
              <a:t>1. 提示用户输入姓名、年龄、城市、学习目标</a:t>
            </a:r>
          </a:p>
          <a:p>
            <a:pPr>
              <a:defRPr sz="1400"/>
            </a:pPr>
            <a:r>
              <a:t>2. 用 f-string 格式化输出一张精美的信息卡片</a:t>
            </a:r>
          </a:p>
          <a:p>
            <a:pPr>
              <a:defRPr sz="1400"/>
            </a:pPr>
            <a:r>
              <a:t>3. 将卡片保存到 my_card.txt 文件</a:t>
            </a:r>
          </a:p>
          <a:p>
            <a:pPr>
              <a:defRPr sz="1400"/>
            </a:pPr>
            <a:r>
              <a:t>完整参考代码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================================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五、环境搭建完整指南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安装 Python 3.10+</a:t>
            </a:r>
          </a:p>
          <a:p>
            <a:pPr>
              <a:defRPr sz="1400"/>
            </a:pPr>
            <a:r>
              <a:t>访问 https://www.python.org/downloads/ 下载安装包。</a:t>
            </a:r>
          </a:p>
          <a:p>
            <a:pPr>
              <a:defRPr sz="1400"/>
            </a:pPr>
            <a:r>
              <a:t>Windows 注意: 安装时勾选 ✅ Add Python to PATH</a:t>
            </a:r>
          </a:p>
          <a:p>
            <a:pPr>
              <a:defRPr sz="1400"/>
            </a:pPr>
            <a:r>
              <a:t>验证安装:</a:t>
            </a:r>
          </a:p>
          <a:p>
            <a:pPr>
              <a:defRPr sz="1400"/>
            </a:pPr>
            <a:r>
              <a:t>bash</a:t>
            </a:r>
          </a:p>
          <a:p>
            <a:pPr>
              <a:defRPr sz="1400"/>
            </a:pPr>
            <a:r>
              <a:t>python --version</a:t>
            </a:r>
          </a:p>
          <a:p>
            <a:pPr>
              <a:defRPr sz="1400"/>
            </a:pPr>
            <a:r>
              <a:t>期望输出: Python 3.10.x 或更高</a:t>
            </a:r>
          </a:p>
          <a:p>
            <a:pPr>
              <a:defRPr sz="1400"/>
            </a:pPr>
            <a:r>
              <a:t>pip --version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六、晚自习：Git 与 GitHub 入门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为什么程序员必须学 Git？</a:t>
            </a:r>
          </a:p>
          <a:p>
            <a:pPr>
              <a:defRPr sz="1400"/>
            </a:pPr>
            <a:r>
              <a:t>大模型应用开发全程需要版本管理:</a:t>
            </a:r>
          </a:p>
          <a:p>
            <a:pPr>
              <a:defRPr sz="1400"/>
            </a:pPr>
            <a:r>
              <a:t>- 每天的代码增量提交</a:t>
            </a:r>
          </a:p>
          <a:p>
            <a:pPr>
              <a:defRPr sz="1400"/>
            </a:pPr>
            <a:r>
              <a:t>- 毕业时 GitHub 主页是作品集核心</a:t>
            </a:r>
          </a:p>
          <a:p>
            <a:pPr>
              <a:defRPr sz="1400"/>
            </a:pPr>
            <a:r>
              <a:t>- 企业协作必备技能</a:t>
            </a:r>
          </a:p>
          <a:p>
            <a:pPr>
              <a:defRPr sz="1400"/>
            </a:pPr>
            <a:r>
              <a:t>安装 Git</a:t>
            </a:r>
          </a:p>
          <a:p>
            <a:pPr>
              <a:defRPr sz="1400"/>
            </a:pPr>
            <a:r>
              <a:t>- Windows: https://git-scm.com/download/win</a:t>
            </a:r>
          </a:p>
          <a:p>
            <a:pPr>
              <a:defRPr sz="1400"/>
            </a:pPr>
            <a:r>
              <a:t>- macOS: xcode-select --install 或 brew install git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七、知识自检清单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完成以下检查项，打 ✅ 表示掌握:</a:t>
            </a:r>
          </a:p>
          <a:p>
            <a:pPr>
              <a:defRPr sz="1400"/>
            </a:pPr>
            <a:r>
              <a:t>- [ ] 能独立安装 Python 3.10+ 并验证版本</a:t>
            </a:r>
          </a:p>
          <a:p>
            <a:pPr>
              <a:defRPr sz="1400"/>
            </a:pPr>
            <a:r>
              <a:t>- [ ] 能创建虚拟环境并激活</a:t>
            </a:r>
          </a:p>
          <a:p>
            <a:pPr>
              <a:defRPr sz="1400"/>
            </a:pPr>
            <a:r>
              <a:t>- [ ] 理解变量、int/float/str/bool 四种类型</a:t>
            </a:r>
          </a:p>
          <a:p>
            <a:pPr>
              <a:defRPr sz="1400"/>
            </a:pPr>
            <a:r>
              <a:t>- [ ] 能使用 print 和 input</a:t>
            </a:r>
          </a:p>
          <a:p>
            <a:pPr>
              <a:defRPr sz="1400"/>
            </a:pPr>
            <a:r>
              <a:t>- [ ] 能运行个人信息卡片程序</a:t>
            </a:r>
          </a:p>
          <a:p>
            <a:pPr>
              <a:defRPr sz="1400"/>
            </a:pPr>
            <a:r>
              <a:t>- [ ] 完成首次 git commit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八、课后作业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在个人信息卡片基础上，增加「爱好」和「编程经验」两个字段</a:t>
            </a:r>
          </a:p>
          <a:p>
            <a:pPr>
              <a:defRPr sz="1400"/>
            </a:pPr>
            <a:r>
              <a:t>2. 用 type() 打印每个变量的类型</a:t>
            </a:r>
          </a:p>
          <a:p>
            <a:pPr>
              <a:defRPr sz="1400"/>
            </a:pPr>
            <a:r>
              <a:t>3. 完成 Git 安装并提交 Day 1 代码到 GitHub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让程序支持多次输入（提示: 用 while 循环，Day 3 正式学习）</a:t>
            </a:r>
          </a:p>
          <a:p>
            <a:pPr>
              <a:defRPr sz="1400"/>
            </a:pPr>
            <a:r>
              <a:t>2. 了解 black 代码格式化工具: pip install black &amp;&amp; black day01_personal_card.py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请用自己的话解释「Python 环境搭建」是什么，并举一个与大模型开发相关的例子。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1-1 所学填写）</a:t>
            </a:r>
          </a:p>
          <a:p>
            <a:pPr>
              <a:defRPr sz="1400"/>
            </a:pPr>
            <a:r>
              <a:t>- 后续应用: 将在 Day 8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请用自己的话解释「变量与基本类型」是什么，并举一个与大模型开发相关的例子。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完成今日实操项目「个人信息卡片程序」</a:t>
            </a:r>
          </a:p>
          <a:p>
            <a:pPr>
              <a:defRPr sz="1400"/>
            </a:pPr>
            <a:r>
              <a:t>2. 提交代码到 GitHub（commit message: Day 1: 个人信息卡片程序）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配置 Git 与 GitHub 账号，学会提交代码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