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54: 微调评估与模型合并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54: 微调评估与模型合并</a:t>
            </a:r>
          </a:p>
          <a:p>
            <a:pPr>
              <a:defRPr sz="1400"/>
            </a:pPr>
            <a:r>
              <a:t>零基础大模型应用开发 70 天培训课程  第 54/70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53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微调前后效果对比评估、过拟合识别与处理</a:t>
            </a:r>
          </a:p>
          <a:p>
            <a:pPr>
              <a:defRPr sz="1400"/>
            </a:pPr>
            <a:r>
              <a:t>- LoRA 权重合并、模型量化(GPTQ/AWQ/GGUF 概念)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评估</a:t>
            </a:r>
          </a:p>
          <a:p>
            <a:pPr>
              <a:defRPr sz="1400"/>
            </a:pPr>
            <a:r>
              <a:t>- 过拟合</a:t>
            </a:r>
          </a:p>
          <a:p>
            <a:pPr>
              <a:defRPr sz="1400"/>
            </a:pPr>
            <a:r>
              <a:t>- 量化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微调前后效果对比评估、过拟合识别与处理</a:t>
            </a:r>
          </a:p>
          <a:p>
            <a:pPr>
              <a:defRPr sz="1400"/>
            </a:pPr>
            <a:r>
              <a:t>微调 vs RAG vs Prompt 决策树</a:t>
            </a:r>
          </a:p>
          <a:p>
            <a:pPr>
              <a:defRPr sz="1400"/>
            </a:pPr>
            <a:r>
              <a:t>数据是公开知识？ → RAG</a:t>
            </a:r>
          </a:p>
          <a:p>
            <a:pPr>
              <a:defRPr sz="1400"/>
            </a:pPr>
            <a:r>
              <a:t>需要改变模型行为/风格？ → 微调</a:t>
            </a:r>
          </a:p>
          <a:p>
            <a:pPr>
              <a:defRPr sz="1400"/>
            </a:pPr>
            <a:r>
              <a:t>只是临时任务？ → Prompt 工程</a:t>
            </a:r>
          </a:p>
          <a:p>
            <a:pPr>
              <a:defRPr sz="1400"/>
            </a:pPr>
            <a:r>
              <a:t>LoRA 原理（通俗版）</a:t>
            </a:r>
          </a:p>
          <a:p>
            <a:pPr>
              <a:defRPr sz="1400"/>
            </a:pPr>
            <a:r>
              <a:t>不改动大模型全部参数，只训练一小撮「适配器」参数。</a:t>
            </a:r>
          </a:p>
          <a:p>
            <a:pPr>
              <a:defRPr sz="1400"/>
            </a:pPr>
            <a:r>
              <a:t>就像给一本厚书贴便利贴，而不是重写整本书。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模型合并与量化</a:t>
            </a:r>
          </a:p>
          <a:p>
            <a:pPr>
              <a:defRPr sz="1400"/>
            </a:pPr>
            <a:r>
              <a:t>- 合并模型并量化导出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模型合并与量化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day54_project/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请用自己的话解释「评估」是什么，并举一个与大模型开发相关的例子。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51-54 所学填写）</a:t>
            </a:r>
          </a:p>
          <a:p>
            <a:pPr>
              <a:defRPr sz="1400"/>
            </a:pPr>
            <a:r>
              <a:t>- 后续应用: 将在 Day 61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请用自己的话解释「过拟合」是什么，并举一个与大模型开发相关的例子。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完成今日实操项目「模型合并与量化」</a:t>
            </a:r>
          </a:p>
          <a:p>
            <a:pPr>
              <a:defRPr sz="1400"/>
            </a:pPr>
            <a:r>
              <a:t>2. 提交代码到 GitHub（commit message: Day 54: 模型合并与量化）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对比微调前后 20 个测试问题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