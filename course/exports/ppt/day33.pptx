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33: 高级 RAG 技术（下）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33: 高级 RAG 技术（下）</a:t>
            </a:r>
          </a:p>
          <a:p>
            <a:pPr>
              <a:defRPr sz="1400"/>
            </a:pPr>
            <a:r>
              <a:t>零基础大模型应用开发 70 天培训课程  第 33/70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33.1 混合检索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BM25 关键词检索 + 向量语义检索</a:t>
            </a:r>
          </a:p>
          <a:p>
            <a:pPr>
              <a:defRPr sz="1400"/>
            </a:pPr>
            <a:r>
              <a:t>from langchain.retrievers import EnsembleRetriever</a:t>
            </a:r>
          </a:p>
          <a:p>
            <a:pPr>
              <a:defRPr sz="1400"/>
            </a:pPr>
            <a:r>
              <a:t>from langchain_community.retrievers import BM25Retriever</a:t>
            </a:r>
          </a:p>
          <a:p>
            <a:pPr>
              <a:defRPr sz="1400"/>
            </a:pPr>
            <a:r>
              <a:t>bm25_retriever = BM25Retriever.from_documents(docs)</a:t>
            </a:r>
          </a:p>
          <a:p>
            <a:pPr>
              <a:defRPr sz="1400"/>
            </a:pPr>
            <a:r>
              <a:t>vector_retriever = vectorstore.as_retriever(search_kwargs={"k": 5})</a:t>
            </a:r>
          </a:p>
          <a:p>
            <a:pPr>
              <a:defRPr sz="1400"/>
            </a:pPr>
            <a:r>
              <a:t>ensemble_retriever = EnsembleRetriever(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32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混合检索(BM25 + 向量检索)、RRF 融合排序</a:t>
            </a:r>
          </a:p>
          <a:p>
            <a:pPr>
              <a:defRPr sz="1400"/>
            </a:pPr>
            <a:r>
              <a:t>- Rerank 重排序模型(bge-reranker 实战)、父文档检索器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BM25</a:t>
            </a:r>
          </a:p>
          <a:p>
            <a:pPr>
              <a:defRPr sz="1400"/>
            </a:pPr>
            <a:r>
              <a:t>- RRF</a:t>
            </a:r>
          </a:p>
          <a:p>
            <a:pPr>
              <a:defRPr sz="1400"/>
            </a:pPr>
            <a:r>
              <a:t>- Rerank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混合检索(BM25 + 向量检索)、RRF 融合排序</a:t>
            </a:r>
          </a:p>
          <a:p>
            <a:pPr>
              <a:defRPr sz="1400"/>
            </a:pPr>
            <a:r>
              <a:t>RAG 完整链路</a:t>
            </a:r>
          </a:p>
          <a:p>
            <a:pPr>
              <a:defRPr sz="1400"/>
            </a:pPr>
            <a:r>
              <a:t>文档 → 加载 → 分割 → 向量化 → 存储 → 检索 → 增强生成 → 回答</a:t>
            </a:r>
          </a:p>
          <a:p>
            <a:pPr>
              <a:defRPr sz="1400"/>
            </a:pPr>
            <a:r>
              <a:t>核心公式（通俗版）</a:t>
            </a:r>
          </a:p>
          <a:p>
            <a:pPr>
              <a:defRPr sz="1400"/>
            </a:pPr>
            <a:r>
              <a:t>用户问题 → 转成向量 → 在知识库中找最相似的文本块 → 塞进 Prompt → 大模型生成回答</a:t>
            </a:r>
          </a:p>
          <a:p>
            <a:pPr>
              <a:defRPr sz="1400"/>
            </a:pPr>
            <a:r>
              <a:t>关键参数</a:t>
            </a:r>
          </a:p>
          <a:p>
            <a:pPr>
              <a:defRPr sz="1400"/>
            </a:pPr>
            <a:r>
              <a:t>参数  作用  调优建议</a:t>
            </a:r>
          </a:p>
          <a:p>
            <a:pPr>
              <a:defRPr sz="1400"/>
            </a:pPr>
            <a:r>
              <a:t>chunk_size  每个文本块大小  300-1000 字符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混合检索 + Rerank 流水线</a:t>
            </a:r>
          </a:p>
          <a:p>
            <a:pPr>
              <a:defRPr sz="1400"/>
            </a:pPr>
            <a:r>
              <a:t>- 构建「混合检索 + 重排」的增强 RAG 流水线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混合检索 + Rerank 流水线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day33_project/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请用自己的话解释「BM25」是什么，并举一个与大模型开发相关的例子。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30-33 所学填写）</a:t>
            </a:r>
          </a:p>
          <a:p>
            <a:pPr>
              <a:defRPr sz="1400"/>
            </a:pPr>
            <a:r>
              <a:t>- 后续应用: 将在 Day 40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请用自己的话解释「RRF」是什么，并举一个与大模型开发相关的例子。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完成今日实操项目「混合检索 + Rerank 流水线」</a:t>
            </a:r>
          </a:p>
          <a:p>
            <a:pPr>
              <a:defRPr sz="1400"/>
            </a:pPr>
            <a:r>
              <a:t>2. 提交代码到 GitHub（commit message: Day 33: 混合检索 + Rerank 流水线）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对比纯向量 vs 混合检索的 Hit@5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