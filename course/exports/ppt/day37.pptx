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37: 阶段项目二（下）—— 企业级知识库问答系统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37: 阶段项目二（下）—— 企业级知识库问答系统</a:t>
            </a:r>
          </a:p>
          <a:p>
            <a:pPr>
              <a:defRPr sz="1400"/>
            </a:pPr>
            <a:r>
              <a:t>零基础大模型应用开发 70 天培训课程  第 37/70 天  LangChain 与 RAG 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36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前端界面开发</a:t>
            </a:r>
          </a:p>
          <a:p>
            <a:pPr>
              <a:defRPr sz="1400"/>
            </a:pPr>
            <a:r>
              <a:t>- 多轮对话支持、引用溯源展示、流式输出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前端</a:t>
            </a:r>
          </a:p>
          <a:p>
            <a:pPr>
              <a:defRPr sz="1400"/>
            </a:pPr>
            <a:r>
              <a:t>- 引用溯源</a:t>
            </a:r>
          </a:p>
          <a:p>
            <a:pPr>
              <a:defRPr sz="1400"/>
            </a:pPr>
            <a:r>
              <a:t>- 流式输出</a:t>
            </a:r>
          </a:p>
          <a:p>
            <a:pPr>
              <a:defRPr sz="1400"/>
            </a:pPr>
            <a:r>
              <a:t>- 会话管理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前端界面开发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前端界面开发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35 的知识形成递进</a:t>
            </a:r>
          </a:p>
          <a:p>
            <a:pPr>
              <a:defRPr sz="1400"/>
            </a:pPr>
            <a:r>
              <a:t>- 为 Day 40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企业知识库全栈系统</a:t>
            </a:r>
          </a:p>
          <a:p>
            <a:pPr>
              <a:defRPr sz="1400"/>
            </a:pPr>
            <a:r>
              <a:t>- 联调测试、Bug 修复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企业知识库全栈系统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day37_project/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请用自己的话解释「前端」是什么，并举一个与大模型开发相关的例子。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34-37 所学填写）</a:t>
            </a:r>
          </a:p>
          <a:p>
            <a:pPr>
              <a:defRPr sz="1400"/>
            </a:pPr>
            <a:r>
              <a:t>- 后续应用: 将在 Day 44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请用自己的话解释「引用溯源」是什么，并举一个与大模型开发相关的例子。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完成今日实操项目「企业知识库全栈系统」</a:t>
            </a:r>
          </a:p>
          <a:p>
            <a:pPr>
              <a:defRPr sz="1400"/>
            </a:pPr>
            <a:r>
              <a:t>2. 提交代码到 GitHub（commit message: Day 37: 企业知识库全栈系统）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录制项目演示视频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