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44: MCP 与 Agent 生态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44: MCP 与 Agent 生态</a:t>
            </a:r>
          </a:p>
          <a:p>
            <a:pPr>
              <a:defRPr sz="1400"/>
            </a:pPr>
            <a:r>
              <a:t>零基础大模型应用开发 70 天培训课程  第 44/70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44.1 MCP 协议</a:t>
            </a:r>
          </a:p>
          <a:p>
            <a:pPr>
              <a:defRPr sz="1400"/>
            </a:pPr>
            <a:r>
              <a:t>MCP (Model Context Protocol) 是 Anthropic 推出的开放协议，让 AI 模型标准化地连接外部工具和数据源。</a:t>
            </a:r>
          </a:p>
          <a:p>
            <a:pPr>
              <a:defRPr sz="1400"/>
            </a:pPr>
            <a:r>
              <a:t>AI 客户端 ←→ MCP 协议 ←→ MCP Server ←→ 数据库/API/文件系统</a:t>
            </a:r>
          </a:p>
          <a:p>
            <a:pPr>
              <a:defRPr sz="1400"/>
            </a:pPr>
            <a:r>
              <a:t>44.2 Agent 记忆系统</a:t>
            </a:r>
          </a:p>
          <a:p>
            <a:pPr>
              <a:defRPr sz="1400"/>
            </a:pPr>
            <a:r>
              <a:t>类型  存储  生命周期  用途</a:t>
            </a:r>
          </a:p>
          <a:p>
            <a:pPr>
              <a:defRPr sz="1400"/>
            </a:pPr>
            <a:r>
              <a:t>短期记忆  messages 列表  当前会话  多轮对话</a:t>
            </a:r>
          </a:p>
          <a:p>
            <a:pPr>
              <a:defRPr sz="1400"/>
            </a:pPr>
            <a:r>
              <a:t>长期记忆  向量数据库  跨会话  用户偏好</a:t>
            </a:r>
          </a:p>
          <a:p>
            <a:pPr>
              <a:defRPr sz="1400"/>
            </a:pPr>
            <a:r>
              <a:t>工作记忆  State  当前任务  Agent 推理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MCP(Model Context Protocol)协议详解、MCP Server 开发</a:t>
            </a:r>
          </a:p>
          <a:p>
            <a:pPr>
              <a:defRPr sz="1400"/>
            </a:pPr>
            <a:r>
              <a:t>- 接入现成 MCP 服务、Agent 记忆系统设计(短期/长期记忆)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MCP</a:t>
            </a:r>
          </a:p>
          <a:p>
            <a:pPr>
              <a:defRPr sz="1400"/>
            </a:pPr>
            <a:r>
              <a:t>- Agent 记忆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4 阶段（Agent 智能体开发） 的第 6 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MCP(Model Context Protocol)协议详解、MCP Server 开发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MCP(Model Context Protocol)协议详解、MCP Server 开发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42 的知识形成递进</a:t>
            </a:r>
          </a:p>
          <a:p>
            <a:pPr>
              <a:defRPr sz="1400"/>
            </a:pPr>
            <a:r>
              <a:t>- 为 Day 47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自定义 MCP Server</a:t>
            </a:r>
          </a:p>
          <a:p>
            <a:pPr>
              <a:defRPr sz="1400"/>
            </a:pPr>
            <a:r>
              <a:t>- 开发一个自己的 MCP Server 并接入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自定义 MCP Server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请用自己的话解释「MCP」是什么，并举一个与大模型开发相关的例子。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41-44 所学填写）</a:t>
            </a:r>
          </a:p>
          <a:p>
            <a:pPr>
              <a:defRPr sz="1400"/>
            </a:pPr>
            <a:r>
              <a:t>- 后续应用: 将在 Day 51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请用自己的话解释「Agent 记忆」是什么，并举一个与大模型开发相关的例子。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完成今日实操项目「自定义 MCP Server」</a:t>
            </a:r>
          </a:p>
          <a:p>
            <a:pPr>
              <a:defRPr sz="1400"/>
            </a:pPr>
            <a:r>
              <a:t>2. 提交代码到 GitHub（commit message: Day 44: 自定义 MCP Server）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阅读 MCP 协议规范文档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