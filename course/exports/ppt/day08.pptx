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Day 8: 面向对象编程（上）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零基础大模型应用开发 70 天培训课程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封面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Day 8: 面向对象编程（上）</a:t>
            </a:r>
          </a:p>
          <a:p>
            <a:pPr>
              <a:defRPr sz="1400"/>
            </a:pPr>
            <a:r>
              <a:t>零基础大模型应用开发 70 天培训课程  第 8/70 天  Python 编程基础</a:t>
            </a:r>
          </a:p>
          <a:p>
            <a:pPr>
              <a:defRPr sz="1400"/>
            </a:pPr>
            <a:r>
              <a:t>——————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本周学习路线图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第 2 周: Python 进阶</a:t>
            </a:r>
          </a:p>
          <a:p>
            <a:pPr>
              <a:defRPr sz="1400"/>
            </a:pPr>
            <a:r>
              <a:t>OOP → 模块 → 文件 → API 调用 → 异步</a:t>
            </a:r>
          </a:p>
          <a:p>
            <a:pPr>
              <a:defRPr sz="1400"/>
            </a:pPr>
            <a:r>
              <a:t>↓</a:t>
            </a:r>
          </a:p>
          <a:p>
            <a:pPr>
              <a:defRPr sz="1400"/>
            </a:pPr>
            <a:r>
              <a:t>周末项目: 命令行多轮对话 AI 助手</a:t>
            </a:r>
          </a:p>
          <a:p>
            <a:pPr>
              <a:defRPr sz="1400"/>
            </a:pPr>
            <a:r>
              <a:t>本周每一天环环相扣，请按顺序学习，不要跳天。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深度讲义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8.1 类与对象</a:t>
            </a:r>
          </a:p>
          <a:p>
            <a:pPr>
              <a:defRPr sz="1400"/>
            </a:pPr>
            <a:r>
              <a:t>python</a:t>
            </a:r>
          </a:p>
          <a:p>
            <a:pPr>
              <a:defRPr sz="1400"/>
            </a:pPr>
            <a:r>
              <a:t>class ChatMessage:</a:t>
            </a:r>
          </a:p>
          <a:p>
            <a:pPr>
              <a:defRPr sz="1400"/>
            </a:pPr>
            <a:r>
              <a:t>"""对话消息类 — 为 Day 12/14 的对话系统做准备"""</a:t>
            </a:r>
          </a:p>
          <a:p>
            <a:pPr>
              <a:defRPr sz="1400"/>
            </a:pPr>
            <a:r>
              <a:t>def __init__(self, role: str, content: str):</a:t>
            </a:r>
          </a:p>
          <a:p>
            <a:pPr>
              <a:defRPr sz="1400"/>
            </a:pPr>
            <a:r>
              <a:t>self.role = role         "system" / "user" / "assistant"</a:t>
            </a:r>
          </a:p>
          <a:p>
            <a:pPr>
              <a:defRPr sz="1400"/>
            </a:pPr>
            <a:r>
              <a:t>self.content = content</a:t>
            </a:r>
          </a:p>
          <a:p>
            <a:pPr>
              <a:defRPr sz="1400"/>
            </a:pPr>
            <a:r>
              <a:t>def to_dict(self) - dict: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常见错误与避坑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⚠️ 只看不练 — 必须动手敲代码</a:t>
            </a:r>
          </a:p>
          <a:p>
            <a:pPr>
              <a:defRPr sz="1400"/>
            </a:pPr>
            <a:r>
              <a:t>- ⚠️ 跳过基础直接调 API — 每天知识环环相扣</a:t>
            </a:r>
          </a:p>
          <a:p>
            <a:pPr>
              <a:defRPr sz="1400"/>
            </a:pPr>
            <a:r>
              <a:t>- ⚠️ 不写注释 — 企业级代码必须可读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课堂练习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📝 复习 Day 7 的核心知识点</a:t>
            </a:r>
          </a:p>
          <a:p>
            <a:pPr>
              <a:defRPr sz="1400"/>
            </a:pPr>
            <a:r>
              <a:t>- 📝 完成今日实操项目并提交 Git</a:t>
            </a:r>
          </a:p>
          <a:p>
            <a:pPr>
              <a:defRPr sz="1400"/>
            </a:pPr>
            <a:r>
              <a:t>- 📝 用 3 句话总结今天学到了什么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一、今日学习目标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完成今天的学习后，你将能够:</a:t>
            </a:r>
          </a:p>
          <a:p>
            <a:pPr>
              <a:defRPr sz="1400"/>
            </a:pPr>
            <a:r>
              <a:t>- 类与对象、属性与方法、__init__ 构造方法</a:t>
            </a:r>
          </a:p>
          <a:p>
            <a:pPr>
              <a:defRPr sz="1400"/>
            </a:pPr>
            <a:r>
              <a:t>- 实例方法、类方法、静态方法</a:t>
            </a:r>
          </a:p>
          <a:p>
            <a:pPr>
              <a:defRPr sz="1400"/>
            </a:pPr>
            <a:r>
              <a:t>核心技能点</a:t>
            </a:r>
          </a:p>
          <a:p>
            <a:pPr>
              <a:defRPr sz="1400"/>
            </a:pPr>
            <a:r>
              <a:t>- class</a:t>
            </a:r>
          </a:p>
          <a:p>
            <a:pPr>
              <a:defRPr sz="1400"/>
            </a:pPr>
            <a:r>
              <a:t>- __init__</a:t>
            </a:r>
          </a:p>
          <a:p>
            <a:pPr>
              <a:defRPr sz="1400"/>
            </a:pPr>
            <a:r>
              <a:t>- 方法类型</a:t>
            </a:r>
          </a:p>
          <a:p>
            <a:pPr>
              <a:defRPr sz="1400"/>
            </a:pPr>
            <a:r>
              <a:t>与课程主线的关系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二、理论精讲（纳米级拆解）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2.1 类与对象、属性与方法、__init__ 构造方法</a:t>
            </a:r>
          </a:p>
          <a:p>
            <a:pPr>
              <a:defRPr sz="1400"/>
            </a:pPr>
            <a:r>
              <a:t>核心概念</a:t>
            </a:r>
          </a:p>
          <a:p>
            <a:pPr>
              <a:defRPr sz="1400"/>
            </a:pPr>
            <a:r>
              <a:t>类与对象、属性与方法、__init__ 构造方法 是今日学习的重要内容。</a:t>
            </a:r>
          </a:p>
          <a:p>
            <a:pPr>
              <a:defRPr sz="1400"/>
            </a:pPr>
            <a:r>
              <a:t>为什么学？</a:t>
            </a:r>
          </a:p>
          <a:p>
            <a:pPr>
              <a:defRPr sz="1400"/>
            </a:pPr>
            <a:r>
              <a:t>在大模型应用开发中，这个知识点将在后续项目中直接用到:</a:t>
            </a:r>
          </a:p>
          <a:p>
            <a:pPr>
              <a:defRPr sz="1400"/>
            </a:pPr>
            <a:r>
              <a:t>- 与 Day 6 的知识形成递进</a:t>
            </a:r>
          </a:p>
          <a:p>
            <a:pPr>
              <a:defRPr sz="1400"/>
            </a:pPr>
            <a:r>
              <a:t>- 为 Day 11 的实操项目提供基础</a:t>
            </a:r>
          </a:p>
          <a:p>
            <a:pPr>
              <a:defRPr sz="1400"/>
            </a:pPr>
            <a:r>
              <a:t>学习要点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三、下午实操预告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今日下午核心项目: ChatMessage 类</a:t>
            </a:r>
          </a:p>
          <a:p>
            <a:pPr>
              <a:defRPr sz="1400"/>
            </a:pPr>
            <a:r>
              <a:t>- 定义 ChatMessage 类(role、content 属性)——为后面对话应用做铺垫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下午实操：项目实战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项目名称</a:t>
            </a:r>
          </a:p>
          <a:p>
            <a:pPr>
              <a:defRPr sz="1400"/>
            </a:pPr>
            <a:r>
              <a:t>ChatMessage 类</a:t>
            </a:r>
          </a:p>
          <a:p>
            <a:pPr>
              <a:defRPr sz="1400"/>
            </a:pPr>
            <a:r>
              <a:t>推荐项目目录结构（企业级标准）</a:t>
            </a:r>
          </a:p>
          <a:p>
            <a:pPr>
              <a:defRPr sz="1400"/>
            </a:pPr>
            <a:r>
              <a:t>text</a:t>
            </a:r>
          </a:p>
          <a:p>
            <a:pPr>
              <a:defRPr sz="1400"/>
            </a:pPr>
            <a:r>
              <a:t>day08_project/</a:t>
            </a:r>
          </a:p>
          <a:p>
            <a:pPr>
              <a:defRPr sz="1400"/>
            </a:pPr>
            <a:r>
              <a:t>├─ src/</a:t>
            </a:r>
          </a:p>
          <a:p>
            <a:pPr>
              <a:defRPr sz="1400"/>
            </a:pPr>
            <a:r>
              <a:t>│  ├─ __init__.py</a:t>
            </a:r>
          </a:p>
          <a:p>
            <a:pPr>
              <a:defRPr sz="1400"/>
            </a:pPr>
            <a:r>
              <a:t>│  └─ main.py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知识小测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Q1. 请用自己的话解释「class」是什么，并举一个与大模型开发相关的例子。</a:t>
            </a:r>
          </a:p>
          <a:p>
            <a:pPr>
              <a:defRPr sz="1400"/>
            </a:pPr>
            <a:r>
              <a:t>&lt;details</a:t>
            </a:r>
          </a:p>
          <a:p>
            <a:pPr>
              <a:defRPr sz="1400"/>
            </a:pPr>
            <a:r>
              <a:t>&lt;summary参考答案思路&lt;/summary</a:t>
            </a:r>
          </a:p>
          <a:p>
            <a:pPr>
              <a:defRPr sz="1400"/>
            </a:pPr>
            <a:r>
              <a:t>- 定义: （学员填写）</a:t>
            </a:r>
          </a:p>
          <a:p>
            <a:pPr>
              <a:defRPr sz="1400"/>
            </a:pPr>
            <a:r>
              <a:t>- 例子: （结合 Day 5-8 所学填写）</a:t>
            </a:r>
          </a:p>
          <a:p>
            <a:pPr>
              <a:defRPr sz="1400"/>
            </a:pPr>
            <a:r>
              <a:t>- 后续应用: 将在 Day 15 左右用到</a:t>
            </a:r>
          </a:p>
          <a:p>
            <a:pPr>
              <a:defRPr sz="1400"/>
            </a:pPr>
            <a:r>
              <a:t>&lt;/details</a:t>
            </a:r>
          </a:p>
          <a:p>
            <a:pPr>
              <a:defRPr sz="1400"/>
            </a:pPr>
            <a:r>
              <a:t>Q2. 请用自己的话解释「__init__」是什么，并举一个与大模型开发相关的例子。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课后作业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必做</a:t>
            </a:r>
          </a:p>
          <a:p>
            <a:pPr>
              <a:defRPr sz="1400"/>
            </a:pPr>
            <a:r>
              <a:t>1. 完成今日实操项目「ChatMessage 类」</a:t>
            </a:r>
          </a:p>
          <a:p>
            <a:pPr>
              <a:defRPr sz="1400"/>
            </a:pPr>
            <a:r>
              <a:t>2. 提交代码到 GitHub（commit message: Day 8: ChatMessage 类）</a:t>
            </a:r>
          </a:p>
          <a:p>
            <a:pPr>
              <a:defRPr sz="1400"/>
            </a:pPr>
            <a:r>
              <a:t>3. 在学习笔记中记录 3 个今天学到的新知识点</a:t>
            </a:r>
          </a:p>
          <a:p>
            <a:pPr>
              <a:defRPr sz="1400"/>
            </a:pPr>
            <a:r>
              <a:t>晚自习</a:t>
            </a:r>
          </a:p>
          <a:p>
            <a:pPr>
              <a:defRPr sz="1400"/>
            </a:pPr>
            <a:r>
              <a:t>- 扩展 ChatMessage：添加 to_dict / from_dict</a:t>
            </a:r>
          </a:p>
          <a:p>
            <a:pPr>
              <a:defRPr sz="1400"/>
            </a:pPr>
            <a:r>
              <a:t>选做</a:t>
            </a:r>
          </a:p>
          <a:p>
            <a:pPr>
              <a:defRPr sz="1400"/>
            </a:pPr>
            <a:r>
              <a:t>1. 阅读官方文档中与今日主题相关的章节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