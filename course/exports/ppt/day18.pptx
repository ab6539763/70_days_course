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18: Prompt 工程进阶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18: Prompt 工程进阶</a:t>
            </a:r>
          </a:p>
          <a:p>
            <a:pPr>
              <a:defRPr sz="1400"/>
            </a:pPr>
            <a:r>
              <a:t>零基础大模型应用开发 70 天培训课程  第 18/70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18.1 思维链 CoT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prompt = '''</a:t>
            </a:r>
          </a:p>
          <a:p>
            <a:pPr>
              <a:defRPr sz="1400"/>
            </a:pPr>
            <a:r>
              <a:t>请一步步思考以下数学问题:</a:t>
            </a:r>
          </a:p>
          <a:p>
            <a:pPr>
              <a:defRPr sz="1400"/>
            </a:pPr>
            <a:r>
              <a:t>问题: 一个商店打八折后再减10元，最终价格是多少？原价200元。</a:t>
            </a:r>
          </a:p>
          <a:p>
            <a:pPr>
              <a:defRPr sz="1400"/>
            </a:pPr>
            <a:r>
              <a:t>让我们一步步思考:</a:t>
            </a:r>
          </a:p>
          <a:p>
            <a:pPr>
              <a:defRPr sz="1400"/>
            </a:pPr>
            <a:r>
              <a:t>1. 首先计算打八折后的价格</a:t>
            </a:r>
          </a:p>
          <a:p>
            <a:pPr>
              <a:defRPr sz="1400"/>
            </a:pPr>
            <a:r>
              <a:t>2. 然后减去10元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思维链 CoT(Chain of Thought)、'let's think step by step'</a:t>
            </a:r>
          </a:p>
          <a:p>
            <a:pPr>
              <a:defRPr sz="1400"/>
            </a:pPr>
            <a:r>
              <a:t>- 自洽性(Self-Consistency)、思维树 ToT 概念</a:t>
            </a:r>
          </a:p>
          <a:p>
            <a:pPr>
              <a:defRPr sz="1400"/>
            </a:pPr>
            <a:r>
              <a:t>- Prompt 攻击与防御（提示词注入、越狱）、防注入实践</a:t>
            </a:r>
          </a:p>
          <a:p>
            <a:pPr>
              <a:defRPr sz="1400"/>
            </a:pPr>
            <a:r>
              <a:t>- 结构化输出：JSON Mode、Function Calling 初探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CoT</a:t>
            </a:r>
          </a:p>
          <a:p>
            <a:pPr>
              <a:defRPr sz="1400"/>
            </a:pPr>
            <a:r>
              <a:t>- Prompt 注入防御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思维链 CoT(Chain of Thought)、'let's think step by step'</a:t>
            </a:r>
          </a:p>
          <a:p>
            <a:pPr>
              <a:defRPr sz="1400"/>
            </a:pPr>
            <a:r>
              <a:t>Prompt 设计四要素</a:t>
            </a:r>
          </a:p>
          <a:p>
            <a:pPr>
              <a:defRPr sz="1400"/>
            </a:pPr>
            <a:r>
              <a:t>要素  说明  示例</a:t>
            </a:r>
          </a:p>
          <a:p>
            <a:pPr>
              <a:defRPr sz="1400"/>
            </a:pPr>
            <a:r>
              <a:t>指令  告诉模型做什么  "请将以下文本翻译成英文"</a:t>
            </a:r>
          </a:p>
          <a:p>
            <a:pPr>
              <a:defRPr sz="1400"/>
            </a:pPr>
            <a:r>
              <a:t>上下文  背景信息  "这是一份医疗科普文章"</a:t>
            </a:r>
          </a:p>
          <a:p>
            <a:pPr>
              <a:defRPr sz="1400"/>
            </a:pPr>
            <a:r>
              <a:t>输入  待处理内容  用户提供的原文</a:t>
            </a:r>
          </a:p>
          <a:p>
            <a:pPr>
              <a:defRPr sz="1400"/>
            </a:pPr>
            <a:r>
              <a:t>输出格式  约束返回形式  "请以 JSON 格式返回"</a:t>
            </a:r>
          </a:p>
          <a:p>
            <a:pPr>
              <a:defRPr sz="1400"/>
            </a:pPr>
            <a:r>
              <a:t>Zero-shot vs Few-shot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智能客服意图分类器</a:t>
            </a:r>
          </a:p>
          <a:p>
            <a:pPr>
              <a:defRPr sz="1400"/>
            </a:pPr>
            <a:r>
              <a:t>- 构建一个「智能客服意图分类器」（输出结构化 JSON）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智能客服意图分类器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请用自己的话解释「CoT」是什么，并举一个与大模型开发相关的例子。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15-18 所学填写）</a:t>
            </a:r>
          </a:p>
          <a:p>
            <a:pPr>
              <a:defRPr sz="1400"/>
            </a:pPr>
            <a:r>
              <a:t>- 后续应用: 将在 Day 25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请用自己的话解释「Prompt 注入防御」是什么，并举一个与大模型开发相关的例子。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完成今日实操项目「智能客服意图分类器」</a:t>
            </a:r>
          </a:p>
          <a:p>
            <a:pPr>
              <a:defRPr sz="1400"/>
            </a:pPr>
            <a:r>
              <a:t>2. 提交代码到 GitHub（commit message: Day 18: 智能客服意图分类器）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测试 3 种 Prompt 注入攻击并加固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