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14: 阶段考核 —— 项目一：命令行多轮对话 AI 助手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14: 阶段考核 —— 项目一：命令行多轮对话 AI 助手</a:t>
            </a:r>
          </a:p>
          <a:p>
            <a:pPr>
              <a:defRPr sz="1400"/>
            </a:pPr>
            <a:r>
              <a:t>零基础大模型应用开发 70 天培训课程  第 14/70 天  Python 编程基础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完整项目代码（可直接运行）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文件: day14_chat_assistant.py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"""Day 14: 命令行多轮对话 AI 助手 — 阶段项目一"""</a:t>
            </a:r>
          </a:p>
          <a:p>
            <a:pPr>
              <a:defRPr sz="1400"/>
            </a:pPr>
            <a:r>
              <a:t>import os, json, requests</a:t>
            </a:r>
          </a:p>
          <a:p>
            <a:pPr>
              <a:defRPr sz="1400"/>
            </a:pPr>
            <a:r>
              <a:t>from datetime import datetime</a:t>
            </a:r>
          </a:p>
          <a:p>
            <a:pPr>
              <a:defRPr sz="1400"/>
            </a:pPr>
            <a:r>
              <a:t>from pathlib import Path</a:t>
            </a:r>
          </a:p>
          <a:p>
            <a:pPr>
              <a:defRPr sz="1400"/>
            </a:pPr>
            <a:r>
              <a:t>from dotenv import load_dotenv</a:t>
            </a:r>
          </a:p>
          <a:p>
            <a:pPr>
              <a:defRPr sz="1400"/>
            </a:pPr>
            <a:r>
              <a:t>load_dotenv()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14.1 项目架构</a:t>
            </a:r>
          </a:p>
          <a:p>
            <a:pPr>
              <a:defRPr sz="1400"/>
            </a:pPr>
            <a:r>
              <a:t>day14_chat_assistant/</a:t>
            </a:r>
          </a:p>
          <a:p>
            <a:pPr>
              <a:defRPr sz="1400"/>
            </a:pPr>
            <a:r>
              <a:t>├── main.py               入口</a:t>
            </a:r>
          </a:p>
          <a:p>
            <a:pPr>
              <a:defRPr sz="1400"/>
            </a:pPr>
            <a:r>
              <a:t>├── assistant.py          ChatAssistant 类</a:t>
            </a:r>
          </a:p>
          <a:p>
            <a:pPr>
              <a:defRPr sz="1400"/>
            </a:pPr>
            <a:r>
              <a:t>├── config.py             配置</a:t>
            </a:r>
          </a:p>
          <a:p>
            <a:pPr>
              <a:defRPr sz="1400"/>
            </a:pPr>
            <a:r>
              <a:t>├── .env                  API Key（不提交）</a:t>
            </a:r>
          </a:p>
          <a:p>
            <a:pPr>
              <a:defRPr sz="1400"/>
            </a:pPr>
            <a:r>
              <a:t>├── .gitignore</a:t>
            </a:r>
          </a:p>
          <a:p>
            <a:pPr>
              <a:defRPr sz="1400"/>
            </a:pPr>
            <a:r>
              <a:t>├── requirements.txt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13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项目需求讲解与架构设计</a:t>
            </a:r>
          </a:p>
          <a:p>
            <a:pPr>
              <a:defRPr sz="1400"/>
            </a:pPr>
            <a:r>
              <a:t>- 多轮对话记忆(messages 列表)实现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多轮对话</a:t>
            </a:r>
          </a:p>
          <a:p>
            <a:pPr>
              <a:defRPr sz="1400"/>
            </a:pPr>
            <a:r>
              <a:t>- JSON 持久化</a:t>
            </a:r>
          </a:p>
          <a:p>
            <a:pPr>
              <a:defRPr sz="1400"/>
            </a:pPr>
            <a:r>
              <a:t>- 指令系统</a:t>
            </a:r>
          </a:p>
          <a:p>
            <a:pPr>
              <a:defRPr sz="1400"/>
            </a:pPr>
            <a:r>
              <a:t>- 异常处理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项目需求讲解与架构设计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项目需求讲解与架构设计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12 的知识形成递进</a:t>
            </a:r>
          </a:p>
          <a:p>
            <a:pPr>
              <a:defRPr sz="1400"/>
            </a:pPr>
            <a:r>
              <a:t>- 为 Day 17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命令行多轮对话 AI 助手</a:t>
            </a:r>
          </a:p>
          <a:p>
            <a:pPr>
              <a:defRPr sz="1400"/>
            </a:pPr>
            <a:r>
              <a:t>- 对话历史保存为 JSON</a:t>
            </a:r>
          </a:p>
          <a:p>
            <a:pPr>
              <a:defRPr sz="1400"/>
            </a:pPr>
            <a:r>
              <a:t>- 异常处理、支持指令(/clear、/save、/exit)</a:t>
            </a:r>
          </a:p>
          <a:p>
            <a:pPr>
              <a:defRPr sz="1400"/>
            </a:pPr>
            <a:r>
              <a:t>- 代码互评 + 讲师点评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命令行多轮对话 AI 助手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day14_project/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请用自己的话解释「多轮对话」是什么，并举一个与大模型开发相关的例子。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11-14 所学填写）</a:t>
            </a:r>
          </a:p>
          <a:p>
            <a:pPr>
              <a:defRPr sz="1400"/>
            </a:pPr>
            <a:r>
              <a:t>- 后续应用: 将在 Day 21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请用自己的话解释「JSON 持久化」是什么，并举一个与大模型开发相关的例子。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完成今日实操项目「命令行多轮对话 AI 助手」</a:t>
            </a:r>
          </a:p>
          <a:p>
            <a:pPr>
              <a:defRPr sz="1400"/>
            </a:pPr>
            <a:r>
              <a:t>2. 提交代码到 GitHub（commit message: Day 14: 命令行多轮对话 AI 助手）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优化项目 README 并推送 GitHub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