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63: 毕业设计开发 Day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63: 毕业设计开发 Day 5</a:t>
            </a:r>
          </a:p>
          <a:p>
            <a:pPr>
              <a:defRPr sz="1400"/>
            </a:pPr>
            <a:r>
              <a:t>零基础大模型应用开发 70 天培训课程  第 63/70 天  毕业设计与就业冲刺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62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测试、评估报告、性能与成本优化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测试</a:t>
            </a:r>
          </a:p>
          <a:p>
            <a:pPr>
              <a:defRPr sz="1400"/>
            </a:pPr>
            <a:r>
              <a:t>- 评估</a:t>
            </a:r>
          </a:p>
          <a:p>
            <a:pPr>
              <a:defRPr sz="1400"/>
            </a:pPr>
            <a:r>
              <a:t>- 性能优化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6 阶段（毕业设计与就业冲刺） 的第 3 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测试、评估报告、性能与成本优化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测试、评估报告、性能与成本优化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61 的知识形成递进</a:t>
            </a:r>
          </a:p>
          <a:p>
            <a:pPr>
              <a:defRPr sz="1400"/>
            </a:pPr>
            <a:r>
              <a:t>- 为 Day 66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测试与优化</a:t>
            </a:r>
          </a:p>
          <a:p>
            <a:pPr>
              <a:defRPr sz="1400"/>
            </a:pPr>
            <a:r>
              <a:t>- 优化与测试(续)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测试与优化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day63_project/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请用自己的话解释「测试」是什么，并举一个与大模型开发相关的例子。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60-63 所学填写）</a:t>
            </a:r>
          </a:p>
          <a:p>
            <a:pPr>
              <a:defRPr sz="1400"/>
            </a:pPr>
            <a:r>
              <a:t>- 后续应用: 将在 Day 70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请用自己的话解释「评估」是什么，并举一个与大模型开发相关的例子。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完成今日实操项目「测试与优化」</a:t>
            </a:r>
          </a:p>
          <a:p>
            <a:pPr>
              <a:defRPr sz="1400"/>
            </a:pPr>
            <a:r>
              <a:t>2. 提交代码到 GitHub（commit message: Day 63: 测试与优化）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导师辅导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