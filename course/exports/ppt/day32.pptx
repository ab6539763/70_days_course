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32: 高级 RAG 技术（上）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32: 高级 RAG 技术（上）</a:t>
            </a:r>
          </a:p>
          <a:p>
            <a:pPr>
              <a:defRPr sz="1400"/>
            </a:pPr>
            <a:r>
              <a:t>零基础大模型应用开发 70 天培训课程  第 32/70 天  LangChain 与 RAG 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本周学习路线图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 6 周: RAG 进阶</a:t>
            </a:r>
          </a:p>
          <a:p>
            <a:pPr>
              <a:defRPr sz="1400"/>
            </a:pPr>
            <a:r>
              <a:t>查询改写 → 混合检索 → Rerank → 评估 → LlamaIndex</a:t>
            </a:r>
          </a:p>
          <a:p>
            <a:pPr>
              <a:defRPr sz="1400"/>
            </a:pPr>
            <a:r>
              <a:t>↓</a:t>
            </a:r>
          </a:p>
          <a:p>
            <a:pPr>
              <a:defRPr sz="1400"/>
            </a:pPr>
            <a:r>
              <a:t>周末项目: 企业级知识库项目</a:t>
            </a:r>
          </a:p>
          <a:p>
            <a:pPr>
              <a:defRPr sz="1400"/>
            </a:pPr>
            <a:r>
              <a:t>本周每一天环环相扣，请按顺序学习，不要跳天。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32.1 查询改写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rewrite_prompt = '''</a:t>
            </a:r>
          </a:p>
          <a:p>
            <a:pPr>
              <a:defRPr sz="1400"/>
            </a:pPr>
            <a:r>
              <a:t>你是一个查询优化专家。将用户的口语化问题改写为更适合检索的形式。</a:t>
            </a:r>
          </a:p>
          <a:p>
            <a:pPr>
              <a:defRPr sz="1400"/>
            </a:pPr>
            <a:r>
              <a:t>原始问题: {question}</a:t>
            </a:r>
          </a:p>
          <a:p>
            <a:pPr>
              <a:defRPr sz="1400"/>
            </a:pPr>
            <a:r>
              <a:t>改写后:</a:t>
            </a:r>
          </a:p>
          <a:p>
            <a:pPr>
              <a:defRPr sz="1400"/>
            </a:pPr>
            <a:r>
              <a:t>'''</a:t>
            </a:r>
          </a:p>
          <a:p>
            <a:pPr>
              <a:defRPr sz="1400"/>
            </a:pPr>
            <a:r>
              <a:t>multi_query_prompt = '''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31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查询改写(Query Rewriting)、多路查询(Multi-Query)</a:t>
            </a:r>
          </a:p>
          <a:p>
            <a:pPr>
              <a:defRPr sz="1400"/>
            </a:pPr>
            <a:r>
              <a:t>- HyDE(假设性文档嵌入)、上下文压缩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Query Rewriting</a:t>
            </a:r>
          </a:p>
          <a:p>
            <a:pPr>
              <a:defRPr sz="1400"/>
            </a:pPr>
            <a:r>
              <a:t>- HyDE</a:t>
            </a:r>
          </a:p>
          <a:p>
            <a:pPr>
              <a:defRPr sz="1400"/>
            </a:pPr>
            <a:r>
              <a:t>- Multi-Query</a:t>
            </a:r>
          </a:p>
          <a:p>
            <a:pPr>
              <a:defRPr sz="1400"/>
            </a:pPr>
            <a:r>
              <a:t>与课程主线的关系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查询改写(Query Rewriting)、多路查询(Multi-Query)</a:t>
            </a:r>
          </a:p>
          <a:p>
            <a:pPr>
              <a:defRPr sz="1400"/>
            </a:pPr>
            <a:r>
              <a:t>核心概念</a:t>
            </a:r>
          </a:p>
          <a:p>
            <a:pPr>
              <a:defRPr sz="1400"/>
            </a:pPr>
            <a:r>
              <a:t>查询改写(Query Rewriting)、多路查询(Multi-Query) 是今日学习的重要内容。</a:t>
            </a:r>
          </a:p>
          <a:p>
            <a:pPr>
              <a:defRPr sz="1400"/>
            </a:pPr>
            <a:r>
              <a:t>为什么学？</a:t>
            </a:r>
          </a:p>
          <a:p>
            <a:pPr>
              <a:defRPr sz="1400"/>
            </a:pPr>
            <a:r>
              <a:t>在大模型应用开发中，这个知识点将在后续项目中直接用到:</a:t>
            </a:r>
          </a:p>
          <a:p>
            <a:pPr>
              <a:defRPr sz="1400"/>
            </a:pPr>
            <a:r>
              <a:t>- 与 Day 30 的知识形成递进</a:t>
            </a:r>
          </a:p>
          <a:p>
            <a:pPr>
              <a:defRPr sz="1400"/>
            </a:pPr>
            <a:r>
              <a:t>- 为 Day 35 的实操项目提供基础</a:t>
            </a:r>
          </a:p>
          <a:p>
            <a:pPr>
              <a:defRPr sz="1400"/>
            </a:pPr>
            <a:r>
              <a:t>学习要点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查询改写增强 RAG</a:t>
            </a:r>
          </a:p>
          <a:p>
            <a:pPr>
              <a:defRPr sz="1400"/>
            </a:pPr>
            <a:r>
              <a:t>- 对比基础 RAG 与查询改写后的召回率差异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查询改写增强 RAG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day32_project/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请用自己的话解释「Query Rewriting」是什么，并举一个与大模型开发相关的例子。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29-32 所学填写）</a:t>
            </a:r>
          </a:p>
          <a:p>
            <a:pPr>
              <a:defRPr sz="1400"/>
            </a:pPr>
            <a:r>
              <a:t>- 后续应用: 将在 Day 39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请用自己的话解释「HyDE」是什么，并举一个与大模型开发相关的例子。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完成今日实操项目「查询改写增强 RAG」</a:t>
            </a:r>
          </a:p>
          <a:p>
            <a:pPr>
              <a:defRPr sz="1400"/>
            </a:pPr>
            <a:r>
              <a:t>2. 提交代码到 GitHub（commit message: Day 32: 查询改写增强 RAG）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实现 Multi-Query 并记录延迟变化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