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10: 模块、包与异常处理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10: 模块、包与异常处理</a:t>
            </a:r>
          </a:p>
          <a:p>
            <a:pPr>
              <a:defRPr sz="1400"/>
            </a:pPr>
            <a:r>
              <a:t>零基础大模型应用开发 70 天培训课程  第 10/70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10.1 模块与包</a:t>
            </a:r>
          </a:p>
          <a:p>
            <a:pPr>
              <a:defRPr sz="1400"/>
            </a:pPr>
            <a:r>
              <a:t>my_project/</a:t>
            </a:r>
          </a:p>
          <a:p>
            <a:pPr>
              <a:defRPr sz="1400"/>
            </a:pPr>
            <a:r>
              <a:t>├── main.py</a:t>
            </a:r>
          </a:p>
          <a:p>
            <a:pPr>
              <a:defRPr sz="1400"/>
            </a:pPr>
            <a:r>
              <a:t>├── config.py</a:t>
            </a:r>
          </a:p>
          <a:p>
            <a:pPr>
              <a:defRPr sz="1400"/>
            </a:pPr>
            <a:r>
              <a:t>├── models/</a:t>
            </a:r>
          </a:p>
          <a:p>
            <a:pPr>
              <a:defRPr sz="1400"/>
            </a:pPr>
            <a:r>
              <a:t>│   ├── __init__.py</a:t>
            </a:r>
          </a:p>
          <a:p>
            <a:pPr>
              <a:defRPr sz="1400"/>
            </a:pPr>
            <a:r>
              <a:t>│   ├── base.py</a:t>
            </a:r>
          </a:p>
          <a:p>
            <a:pPr>
              <a:defRPr sz="1400"/>
            </a:pPr>
            <a:r>
              <a:t>│   └── openai_model.py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import 机制、创建自己的模块和包、if __name__ == '__main__'</a:t>
            </a:r>
          </a:p>
          <a:p>
            <a:pPr>
              <a:defRPr sz="1400"/>
            </a:pPr>
            <a:r>
              <a:t>- try/except/else/finally、自定义异常、raise</a:t>
            </a:r>
          </a:p>
          <a:p>
            <a:pPr>
              <a:defRPr sz="1400"/>
            </a:pPr>
            <a:r>
              <a:t>- 虚拟环境 venv / conda、pip 与 requirements.txt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模块</a:t>
            </a:r>
          </a:p>
          <a:p>
            <a:pPr>
              <a:defRPr sz="1400"/>
            </a:pPr>
            <a:r>
              <a:t>- 异常处理</a:t>
            </a:r>
          </a:p>
          <a:p>
            <a:pPr>
              <a:defRPr sz="1400"/>
            </a:pPr>
            <a:r>
              <a:t>- venv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import 机制、创建自己的模块和包、if __name__ == '__main__'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import 机制、创建自己的模块和包、if __name__ == '__main__'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8 的知识形成递进</a:t>
            </a:r>
          </a:p>
          <a:p>
            <a:pPr>
              <a:defRPr sz="1400"/>
            </a:pPr>
            <a:r>
              <a:t>- 为 Day 13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多文件包结构项目</a:t>
            </a:r>
          </a:p>
          <a:p>
            <a:pPr>
              <a:defRPr sz="1400"/>
            </a:pPr>
            <a:r>
              <a:t>- 把项目拆分为多文件包结构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多文件包结构项目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请用自己的话解释「模块」是什么，并举一个与大模型开发相关的例子。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7-10 所学填写）</a:t>
            </a:r>
          </a:p>
          <a:p>
            <a:pPr>
              <a:defRPr sz="1400"/>
            </a:pPr>
            <a:r>
              <a:t>- 后续应用: 将在 Day 17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请用自己的话解释「异常处理」是什么，并举一个与大模型开发相关的例子。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完成今日实操项目「多文件包结构项目」</a:t>
            </a:r>
          </a:p>
          <a:p>
            <a:pPr>
              <a:defRPr sz="1400"/>
            </a:pPr>
            <a:r>
              <a:t>2. 提交代码到 GitHub（commit message: Day 10: 多文件包结构项目）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编写 requirements.txt 并在新 venv 中复现环境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