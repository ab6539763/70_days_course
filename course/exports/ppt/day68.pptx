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68: 面试专题（二）—— 项目深挖与系统设计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68: 面试专题（二）—— 项目深挖与系统设计</a:t>
            </a:r>
          </a:p>
          <a:p>
            <a:pPr>
              <a:defRPr sz="1400"/>
            </a:pPr>
            <a:r>
              <a:t>零基础大模型应用开发 70 天培训课程  第 68/70 天  毕业设计与就业冲刺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67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如何应对「项目被问穿」、系统设计题(设计一个企业知识库系统)</a:t>
            </a:r>
          </a:p>
          <a:p>
            <a:pPr>
              <a:defRPr sz="1400"/>
            </a:pPr>
            <a:r>
              <a:t>- 两两模拟面试 + 讲师点评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项目深挖</a:t>
            </a:r>
          </a:p>
          <a:p>
            <a:pPr>
              <a:defRPr sz="1400"/>
            </a:pPr>
            <a:r>
              <a:t>- 系统设计</a:t>
            </a:r>
          </a:p>
          <a:p>
            <a:pPr>
              <a:defRPr sz="1400"/>
            </a:pPr>
            <a:r>
              <a:t>与课程主线的关系</a:t>
            </a:r>
          </a:p>
          <a:p>
            <a:pPr>
              <a:defRPr sz="1400"/>
            </a:pPr>
            <a:r>
              <a:t>今天是 第 6 阶段（毕业设计与就业冲刺） 的第 8 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如何应对「项目被问穿」、系统设计题(设计一个企业知识库系统)</a:t>
            </a:r>
          </a:p>
          <a:p>
            <a:pPr>
              <a:defRPr sz="1400"/>
            </a:pPr>
            <a:r>
              <a:t>核心概念</a:t>
            </a:r>
          </a:p>
          <a:p>
            <a:pPr>
              <a:defRPr sz="1400"/>
            </a:pPr>
            <a:r>
              <a:t>如何应对「项目被问穿」、系统设计题(设计一个企业知识库系统) 是今日学习的重要内容。</a:t>
            </a:r>
          </a:p>
          <a:p>
            <a:pPr>
              <a:defRPr sz="1400"/>
            </a:pPr>
            <a:r>
              <a:t>为什么学？</a:t>
            </a:r>
          </a:p>
          <a:p>
            <a:pPr>
              <a:defRPr sz="1400"/>
            </a:pPr>
            <a:r>
              <a:t>在大模型应用开发中，这个知识点将在后续项目中直接用到:</a:t>
            </a:r>
          </a:p>
          <a:p>
            <a:pPr>
              <a:defRPr sz="1400"/>
            </a:pPr>
            <a:r>
              <a:t>- 与 Day 66 的知识形成递进</a:t>
            </a:r>
          </a:p>
          <a:p>
            <a:pPr>
              <a:defRPr sz="1400"/>
            </a:pPr>
            <a:r>
              <a:t>- 为 Day 70 的实操项目提供基础</a:t>
            </a:r>
          </a:p>
          <a:p>
            <a:pPr>
              <a:defRPr sz="1400"/>
            </a:pPr>
            <a:r>
              <a:t>学习要点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模拟面试</a:t>
            </a:r>
          </a:p>
          <a:p>
            <a:pPr>
              <a:defRPr sz="1400"/>
            </a:pPr>
            <a:r>
              <a:t>- 准备 3 个项目的深挖问答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模拟面试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day68_project/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请用自己的话解释「项目深挖」是什么，并举一个与大模型开发相关的例子。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65-68 所学填写）</a:t>
            </a:r>
          </a:p>
          <a:p>
            <a:pPr>
              <a:defRPr sz="1400"/>
            </a:pPr>
            <a:r>
              <a:t>- 后续应用: 将在 Day 70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请用自己的话解释「系统设计」是什么，并举一个与大模型开发相关的例子。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完成今日实操项目「模拟面试」</a:t>
            </a:r>
          </a:p>
          <a:p>
            <a:pPr>
              <a:defRPr sz="1400"/>
            </a:pPr>
            <a:r>
              <a:t>2. 提交代码到 GitHub（commit message: Day 68: 模拟面试）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模拟面试复盘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