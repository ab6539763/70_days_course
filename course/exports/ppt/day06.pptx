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6: 函数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6: 函数</a:t>
            </a:r>
          </a:p>
          <a:p>
            <a:pPr>
              <a:defRPr sz="1400"/>
            </a:pPr>
            <a:r>
              <a:t>零基础大模型应用开发 70 天培训课程  第 6/70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6.1 函数定义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def greet(name: str, greeting: str = "你好") - str:</a:t>
            </a:r>
          </a:p>
          <a:p>
            <a:pPr>
              <a:defRPr sz="1400"/>
            </a:pPr>
            <a:r>
              <a:t>"""问候函数"""</a:t>
            </a:r>
          </a:p>
          <a:p>
            <a:pPr>
              <a:defRPr sz="1400"/>
            </a:pPr>
            <a:r>
              <a:t>return f"{greeting}, {name}!"</a:t>
            </a:r>
          </a:p>
          <a:p>
            <a:pPr>
              <a:defRPr sz="1400"/>
            </a:pPr>
            <a:r>
              <a:t>位置参数</a:t>
            </a:r>
          </a:p>
          <a:p>
            <a:pPr>
              <a:defRPr sz="1400"/>
            </a:pPr>
            <a:r>
              <a:t>greet("张三")</a:t>
            </a:r>
          </a:p>
          <a:p>
            <a:pPr>
              <a:defRPr sz="1400"/>
            </a:pPr>
            <a:r>
              <a:t>关键字参数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函数定义、参数(位置/关键字/默认值/args/kwargs)、返回值</a:t>
            </a:r>
          </a:p>
          <a:p>
            <a:pPr>
              <a:defRPr sz="1400"/>
            </a:pPr>
            <a:r>
              <a:t>- 作用域、匿名函数 lambda、递归入门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函数</a:t>
            </a:r>
          </a:p>
          <a:p>
            <a:pPr>
              <a:defRPr sz="1400"/>
            </a:pPr>
            <a:r>
              <a:t>- lambda</a:t>
            </a:r>
          </a:p>
          <a:p>
            <a:pPr>
              <a:defRPr sz="1400"/>
            </a:pPr>
            <a:r>
              <a:t>- 作用域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函数定义、参数(位置/关键字/默认值/args/kwargs)、返回值</a:t>
            </a:r>
          </a:p>
          <a:p>
            <a:pPr>
              <a:defRPr sz="1400"/>
            </a:pPr>
            <a:r>
              <a:t>Python 函数核心语法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def greet(name: str, greeting: str = "你好") - str:</a:t>
            </a:r>
          </a:p>
          <a:p>
            <a:pPr>
              <a:defRPr sz="1400"/>
            </a:pPr>
            <a:r>
              <a:t>"""问候函数 — 文档字符串说明用途"""</a:t>
            </a:r>
          </a:p>
          <a:p>
            <a:pPr>
              <a:defRPr sz="1400"/>
            </a:pPr>
            <a:r>
              <a:t>return f"{greeting}, {name}!"</a:t>
            </a:r>
          </a:p>
          <a:p>
            <a:pPr>
              <a:defRPr sz="1400"/>
            </a:pPr>
            <a:r>
              <a:t>调用</a:t>
            </a:r>
          </a:p>
          <a:p>
            <a:pPr>
              <a:defRPr sz="1400"/>
            </a:pPr>
            <a:r>
              <a:t>print(greet("张三"))            你好, 张三!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项目函数化重构</a:t>
            </a:r>
          </a:p>
          <a:p>
            <a:pPr>
              <a:defRPr sz="1400"/>
            </a:pPr>
            <a:r>
              <a:t>- 把前几天的小项目重构为函数式结构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项目函数化重构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day06_project/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请用自己的话解释「函数」是什么，并举一个与大模型开发相关的例子。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3-6 所学填写）</a:t>
            </a:r>
          </a:p>
          <a:p>
            <a:pPr>
              <a:defRPr sz="1400"/>
            </a:pPr>
            <a:r>
              <a:t>- 后续应用: 将在 Day 13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请用自己的话解释「lambda」是什么，并举一个与大模型开发相关的例子。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完成今日实操项目「项目函数化重构」</a:t>
            </a:r>
          </a:p>
          <a:p>
            <a:pPr>
              <a:defRPr sz="1400"/>
            </a:pPr>
            <a:r>
              <a:t>2. 提交代码到 GitHub（commit message: Day 6: 项目函数化重构）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为文本清洗工具添加单元测试式自测函数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