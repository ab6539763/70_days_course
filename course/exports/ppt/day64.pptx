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64: 毕业设计开发 Day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64: 毕业设计开发 Day 6</a:t>
            </a:r>
          </a:p>
          <a:p>
            <a:pPr>
              <a:defRPr sz="1400"/>
            </a:pPr>
            <a:r>
              <a:t>零基础大模型应用开发 70 天培训课程  第 64/70 天  毕业设计与就业冲刺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63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Docker 部署上线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Docker 部署</a:t>
            </a:r>
          </a:p>
          <a:p>
            <a:pPr>
              <a:defRPr sz="1400"/>
            </a:pPr>
            <a:r>
              <a:t>- 演示视频</a:t>
            </a:r>
          </a:p>
          <a:p>
            <a:pPr>
              <a:defRPr sz="1400"/>
            </a:pPr>
            <a:r>
              <a:t>- 文档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6 阶段（毕业设计与就业冲刺） 的第 4 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Docker 部署上线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概念  类比  说明</a:t>
            </a:r>
          </a:p>
          <a:p>
            <a:pPr>
              <a:defRPr sz="1400"/>
            </a:pPr>
            <a:r>
              <a:t>镜像 Image  安装光盘  只读模板</a:t>
            </a:r>
          </a:p>
          <a:p>
            <a:pPr>
              <a:defRPr sz="1400"/>
            </a:pPr>
            <a:r>
              <a:t>容器 Container  运行中的程序  镜像的实例</a:t>
            </a:r>
          </a:p>
          <a:p>
            <a:pPr>
              <a:defRPr sz="1400"/>
            </a:pPr>
            <a:r>
              <a:t>Dockerfile  安装说明书  构建镜像的脚本</a:t>
            </a:r>
          </a:p>
          <a:p>
            <a:pPr>
              <a:defRPr sz="1400"/>
            </a:pPr>
            <a:r>
              <a:t>Docker Compose  批量启动器  多容器编排</a:t>
            </a:r>
          </a:p>
          <a:p>
            <a:pPr>
              <a:defRPr sz="1400"/>
            </a:pPr>
            <a:r>
              <a:t>示例 Dockerfile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部署与文档</a:t>
            </a:r>
          </a:p>
          <a:p>
            <a:pPr>
              <a:defRPr sz="1400"/>
            </a:pPr>
            <a:r>
              <a:t>- 录制演示视频、撰写项目文档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部署与文档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day64_project/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请用自己的话解释「Docker 部署」是什么，并举一个与大模型开发相关的例子。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61-64 所学填写）</a:t>
            </a:r>
          </a:p>
          <a:p>
            <a:pPr>
              <a:defRPr sz="1400"/>
            </a:pPr>
            <a:r>
              <a:t>- 后续应用: 将在 Day 70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请用自己的话解释「演示视频」是什么，并举一个与大模型开发相关的例子。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完成今日实操项目「部署与文档」</a:t>
            </a:r>
          </a:p>
          <a:p>
            <a:pPr>
              <a:defRPr sz="1400"/>
            </a:pPr>
            <a:r>
              <a:t>2. 提交代码到 GitHub（commit message: Day 64: 部署与文档）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导师辅导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