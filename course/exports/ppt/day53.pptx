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53: LLaMA-Factory 微调实战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53: LLaMA-Factory 微调实战</a:t>
            </a:r>
          </a:p>
          <a:p>
            <a:pPr>
              <a:defRPr sz="1400"/>
            </a:pPr>
            <a:r>
              <a:t>零基础大模型应用开发 70 天培训课程  第 53/70 天  模型微调与部署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53.1 LLaMA-Factory 训练</a:t>
            </a:r>
          </a:p>
          <a:p>
            <a:pPr>
              <a:defRPr sz="1400"/>
            </a:pPr>
            <a:r>
              <a:t>bash</a:t>
            </a:r>
          </a:p>
          <a:p>
            <a:pPr>
              <a:defRPr sz="1400"/>
            </a:pPr>
            <a:r>
              <a:t>安装</a:t>
            </a:r>
          </a:p>
          <a:p>
            <a:pPr>
              <a:defRPr sz="1400"/>
            </a:pPr>
            <a:r>
              <a:t>git clone https://github.com/hiyouga/LLaMA-Factory.git</a:t>
            </a:r>
          </a:p>
          <a:p>
            <a:pPr>
              <a:defRPr sz="1400"/>
            </a:pPr>
            <a:r>
              <a:t>cd LLaMA-Factory</a:t>
            </a:r>
          </a:p>
          <a:p>
            <a:pPr>
              <a:defRPr sz="1400"/>
            </a:pPr>
            <a:r>
              <a:t>pip install -e .</a:t>
            </a:r>
          </a:p>
          <a:p>
            <a:pPr>
              <a:defRPr sz="1400"/>
            </a:pPr>
            <a:r>
              <a:t>启动 WebUI</a:t>
            </a:r>
          </a:p>
          <a:p>
            <a:pPr>
              <a:defRPr sz="1400"/>
            </a:pPr>
            <a:r>
              <a:t>llamafactory-cli webui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52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LLaMA-Factory 安装与配置、WebUI 使用</a:t>
            </a:r>
          </a:p>
          <a:p>
            <a:pPr>
              <a:defRPr sz="1400"/>
            </a:pPr>
            <a:r>
              <a:t>- 对 Qwen2.5-7B 做 LoRA 微调、训练参数详解(学习率/epoch/batch size)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LLaMA-Factory</a:t>
            </a:r>
          </a:p>
          <a:p>
            <a:pPr>
              <a:defRPr sz="1400"/>
            </a:pPr>
            <a:r>
              <a:t>- LoRA</a:t>
            </a:r>
          </a:p>
          <a:p>
            <a:pPr>
              <a:defRPr sz="1400"/>
            </a:pPr>
            <a:r>
              <a:t>- 训练参数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LLaMA-Factory 安装与配置、WebUI 使用</a:t>
            </a:r>
          </a:p>
          <a:p>
            <a:pPr>
              <a:defRPr sz="1400"/>
            </a:pPr>
            <a:r>
              <a:t>微调 vs RAG vs Prompt 决策树</a:t>
            </a:r>
          </a:p>
          <a:p>
            <a:pPr>
              <a:defRPr sz="1400"/>
            </a:pPr>
            <a:r>
              <a:t>数据是公开知识？ → RAG</a:t>
            </a:r>
          </a:p>
          <a:p>
            <a:pPr>
              <a:defRPr sz="1400"/>
            </a:pPr>
            <a:r>
              <a:t>需要改变模型行为/风格？ → 微调</a:t>
            </a:r>
          </a:p>
          <a:p>
            <a:pPr>
              <a:defRPr sz="1400"/>
            </a:pPr>
            <a:r>
              <a:t>只是临时任务？ → Prompt 工程</a:t>
            </a:r>
          </a:p>
          <a:p>
            <a:pPr>
              <a:defRPr sz="1400"/>
            </a:pPr>
            <a:r>
              <a:t>LoRA 原理（通俗版）</a:t>
            </a:r>
          </a:p>
          <a:p>
            <a:pPr>
              <a:defRPr sz="1400"/>
            </a:pPr>
            <a:r>
              <a:t>不改动大模型全部参数，只训练一小撮「适配器」参数。</a:t>
            </a:r>
          </a:p>
          <a:p>
            <a:pPr>
              <a:defRPr sz="1400"/>
            </a:pPr>
            <a:r>
              <a:t>就像给一本厚书贴便利贴，而不是重写整本书。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Qwen2.5 LoRA 微调</a:t>
            </a:r>
          </a:p>
          <a:p>
            <a:pPr>
              <a:defRPr sz="1400"/>
            </a:pPr>
            <a:r>
              <a:t>- 跑通完整微调流程，观察 loss 曲线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Qwen2.5 LoRA 微调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day53_project/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请用自己的话解释「LLaMA-Factory」是什么，并举一个与大模型开发相关的例子。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50-53 所学填写）</a:t>
            </a:r>
          </a:p>
          <a:p>
            <a:pPr>
              <a:defRPr sz="1400"/>
            </a:pPr>
            <a:r>
              <a:t>- 后续应用: 将在 Day 60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请用自己的话解释「LoRA」是什么，并举一个与大模型开发相关的例子。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完成今日实操项目「Qwen2.5 LoRA 微调」</a:t>
            </a:r>
          </a:p>
          <a:p>
            <a:pPr>
              <a:defRPr sz="1400"/>
            </a:pPr>
            <a:r>
              <a:t>2. 提交代码到 GitHub（commit message: Day 53: Qwen2.5 LoRA 微调）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记录训练参数与 loss 变化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