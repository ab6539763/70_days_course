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22: 前端速成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22: 前端速成</a:t>
            </a:r>
          </a:p>
          <a:p>
            <a:pPr>
              <a:defRPr sz="1400"/>
            </a:pPr>
            <a:r>
              <a:t>零基础大模型应用开发 70 天培训课程  第 22/70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4 周: Web 开发基础</a:t>
            </a:r>
          </a:p>
          <a:p>
            <a:pPr>
              <a:defRPr sz="1400"/>
            </a:pPr>
            <a:r>
              <a:t>HTML/JS → FastAPI → SSE 流式 → 数据库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网页版 ChatGPT 克隆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22.1 HTML 聊天界面骨架</a:t>
            </a:r>
          </a:p>
          <a:p>
            <a:pPr>
              <a:defRPr sz="1400"/>
            </a:pPr>
            <a:r>
              <a:t>html</a:t>
            </a:r>
          </a:p>
          <a:p>
            <a:pPr>
              <a:defRPr sz="1400"/>
            </a:pPr>
            <a:r>
              <a:t>&lt;!DOCTYPE html</a:t>
            </a:r>
          </a:p>
          <a:p>
            <a:pPr>
              <a:defRPr sz="1400"/>
            </a:pPr>
            <a:r>
              <a:t>&lt;html</a:t>
            </a:r>
          </a:p>
          <a:p>
            <a:pPr>
              <a:defRPr sz="1400"/>
            </a:pPr>
            <a:r>
              <a:t>&lt;head</a:t>
            </a:r>
          </a:p>
          <a:p>
            <a:pPr>
              <a:defRPr sz="1400"/>
            </a:pPr>
            <a:r>
              <a:t>&lt;titleAI Chat&lt;/title</a:t>
            </a:r>
          </a:p>
          <a:p>
            <a:pPr>
              <a:defRPr sz="1400"/>
            </a:pPr>
            <a:r>
              <a:t>&lt;style</a:t>
            </a:r>
          </a:p>
          <a:p>
            <a:pPr>
              <a:defRPr sz="1400"/>
            </a:pPr>
            <a:r>
              <a:t>chat-box { height: 400px; overflow-y: auto; border: 1px solid ccc; padding: 10px;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HTML/CSS 快速入门（只学够用的）</a:t>
            </a:r>
          </a:p>
          <a:p>
            <a:pPr>
              <a:defRPr sz="1400"/>
            </a:pPr>
            <a:r>
              <a:t>- JavaScript 基础、fetch 请求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HTML</a:t>
            </a:r>
          </a:p>
          <a:p>
            <a:pPr>
              <a:defRPr sz="1400"/>
            </a:pPr>
            <a:r>
              <a:t>- CSS</a:t>
            </a:r>
          </a:p>
          <a:p>
            <a:pPr>
              <a:defRPr sz="1400"/>
            </a:pPr>
            <a:r>
              <a:t>- JS fetch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HTML/CSS 快速入门（只学够用的）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HTML/CSS 快速入门（只学够用的）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20 的知识形成递进</a:t>
            </a:r>
          </a:p>
          <a:p>
            <a:pPr>
              <a:defRPr sz="1400"/>
            </a:pPr>
            <a:r>
              <a:t>- 为 Day 25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静态聊天界面</a:t>
            </a:r>
          </a:p>
          <a:p>
            <a:pPr>
              <a:defRPr sz="1400"/>
            </a:pPr>
            <a:r>
              <a:t>- 写一个静态聊天界面页面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静态聊天界面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请用自己的话解释「HTML」是什么，并举一个与大模型开发相关的例子。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19-22 所学填写）</a:t>
            </a:r>
          </a:p>
          <a:p>
            <a:pPr>
              <a:defRPr sz="1400"/>
            </a:pPr>
            <a:r>
              <a:t>- 后续应用: 将在 Day 29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请用自己的话解释「CSS」是什么，并举一个与大模型开发相关的例子。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完成今日实操项目「静态聊天界面」</a:t>
            </a:r>
          </a:p>
          <a:p>
            <a:pPr>
              <a:defRPr sz="1400"/>
            </a:pPr>
            <a:r>
              <a:t>2. 提交代码到 GitHub（commit message: Day 22: 静态聊天界面）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美化聊天界面，添加暗色模式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