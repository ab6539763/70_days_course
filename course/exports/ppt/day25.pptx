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25: LangChain 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25: LangChain 入门</a:t>
            </a:r>
          </a:p>
          <a:p>
            <a:pPr>
              <a:defRPr sz="1400"/>
            </a:pPr>
            <a:r>
              <a:t>零基础大模型应用开发 70 天培训课程  第 25/70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5 周: LangChain 框架</a:t>
            </a:r>
          </a:p>
          <a:p>
            <a:pPr>
              <a:defRPr sz="1400"/>
            </a:pPr>
            <a:r>
              <a:t>LangChain 入门 → LCEL → Memory → 文档分割 → 向量库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企业知识库问答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25.1 LangChain 统一模型调用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langchain_openai import ChatOpenAI</a:t>
            </a:r>
          </a:p>
          <a:p>
            <a:pPr>
              <a:defRPr sz="1400"/>
            </a:pPr>
            <a:r>
              <a:t>from langchain_core.prompts import ChatPromptTemplate</a:t>
            </a:r>
          </a:p>
          <a:p>
            <a:pPr>
              <a:defRPr sz="1400"/>
            </a:pPr>
            <a:r>
              <a:t>from langchain_core.output_parsers import StrOutputParser</a:t>
            </a:r>
          </a:p>
          <a:p>
            <a:pPr>
              <a:defRPr sz="1400"/>
            </a:pPr>
            <a:r>
              <a:t>llm = ChatOpenAI(model="gpt-4o-mini")</a:t>
            </a:r>
          </a:p>
          <a:p>
            <a:pPr>
              <a:defRPr sz="1400"/>
            </a:pPr>
            <a:r>
              <a:t>prompt = ChatPromptTemplate.from_messages([</a:t>
            </a:r>
          </a:p>
          <a:p>
            <a:pPr>
              <a:defRPr sz="1400"/>
            </a:pPr>
            <a:r>
              <a:t>("system", "你是助手"),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24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LangChain 架构总览、为什么需要框架、生态介绍(LangChain/LangGraph/LangSmith)</a:t>
            </a:r>
          </a:p>
          <a:p>
            <a:pPr>
              <a:defRPr sz="1400"/>
            </a:pPr>
            <a:r>
              <a:t>- ChatModel 接口、统一调用不同厂商模型、PromptTemplate / ChatPromptTemplate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LangChain</a:t>
            </a:r>
          </a:p>
          <a:p>
            <a:pPr>
              <a:defRPr sz="1400"/>
            </a:pPr>
            <a:r>
              <a:t>- ChatModel</a:t>
            </a:r>
          </a:p>
          <a:p>
            <a:pPr>
              <a:defRPr sz="1400"/>
            </a:pPr>
            <a:r>
              <a:t>- PromptTemplate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LangChain 架构总览、为什么需要框架、生态介绍(LangChain/LangGraph/LangSmith)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LangChain 对话应用</a:t>
            </a:r>
          </a:p>
          <a:p>
            <a:pPr>
              <a:defRPr sz="1400"/>
            </a:pPr>
            <a:r>
              <a:t>- 用 LangChain 重写之前的对话应用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LangChain 对话应用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day25_project/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请用自己的话解释「LangChain」是什么，并举一个与大模型开发相关的例子。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22-25 所学填写）</a:t>
            </a:r>
          </a:p>
          <a:p>
            <a:pPr>
              <a:defRPr sz="1400"/>
            </a:pPr>
            <a:r>
              <a:t>- 后续应用: 将在 Day 32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请用自己的话解释「ChatModel」是什么，并举一个与大模型开发相关的例子。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完成今日实操项目「LangChain 对话应用」</a:t>
            </a:r>
          </a:p>
          <a:p>
            <a:pPr>
              <a:defRPr sz="1400"/>
            </a:pPr>
            <a:r>
              <a:t>2. 提交代码到 GitHub（commit message: Day 25: LangChain 对话应用）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对比纯 API 版与 LangChain 版代码量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