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50: 项目答辩 + 阶段复盘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50: 项目答辩 + 阶段复盘</a:t>
            </a:r>
          </a:p>
          <a:p>
            <a:pPr>
              <a:defRPr sz="1400"/>
            </a:pPr>
            <a:r>
              <a:t>零基础大模型应用开发 70 天培训课程  第 50/70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49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项目三答辩</a:t>
            </a:r>
          </a:p>
          <a:p>
            <a:pPr>
              <a:defRPr sz="1400"/>
            </a:pPr>
            <a:r>
              <a:t>- 阶段复盘、知识图谱串讲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答辩</a:t>
            </a:r>
          </a:p>
          <a:p>
            <a:pPr>
              <a:defRPr sz="1400"/>
            </a:pPr>
            <a:r>
              <a:t>- 复盘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4 阶段（Agent 智能体开发） 的第 12 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项目三答辩</a:t>
            </a:r>
          </a:p>
          <a:p>
            <a:pPr>
              <a:defRPr sz="1400"/>
            </a:pPr>
            <a:r>
              <a:t>项目三答辩</a:t>
            </a:r>
          </a:p>
          <a:p>
            <a:pPr>
              <a:defRPr sz="1400"/>
            </a:pPr>
            <a:r>
              <a:t>今日以实战演练和职业准备为主。</a:t>
            </a:r>
          </a:p>
          <a:p>
            <a:pPr>
              <a:defRPr sz="1400"/>
            </a:pPr>
            <a:r>
              <a:t>简历 STAR 法则</a:t>
            </a:r>
          </a:p>
          <a:p>
            <a:pPr>
              <a:defRPr sz="1400"/>
            </a:pPr>
            <a:r>
              <a:t>- Situation: 项目背景</a:t>
            </a:r>
          </a:p>
          <a:p>
            <a:pPr>
              <a:defRPr sz="1400"/>
            </a:pPr>
            <a:r>
              <a:t>- Task: 你的任务</a:t>
            </a:r>
          </a:p>
          <a:p>
            <a:pPr>
              <a:defRPr sz="1400"/>
            </a:pPr>
            <a:r>
              <a:t>- Action: 你做了什么（技术栈、架构）</a:t>
            </a:r>
          </a:p>
          <a:p>
            <a:pPr>
              <a:defRPr sz="1400"/>
            </a:pPr>
            <a:r>
              <a:t>- Result: 量化成果（准确率、用户数、响应时间）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项目三答辩</a:t>
            </a:r>
          </a:p>
          <a:p>
            <a:pPr>
              <a:defRPr sz="1400"/>
            </a:pPr>
            <a:r>
              <a:t>- 优化代码并整理文档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项目三答辩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day50_project/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请用自己的话解释「答辩」是什么，并举一个与大模型开发相关的例子。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47-50 所学填写）</a:t>
            </a:r>
          </a:p>
          <a:p>
            <a:pPr>
              <a:defRPr sz="1400"/>
            </a:pPr>
            <a:r>
              <a:t>- 后续应用: 将在 Day 57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请用自己的话解释「复盘」是什么，并举一个与大模型开发相关的例子。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完成今日实操项目「项目三答辩」</a:t>
            </a:r>
          </a:p>
          <a:p>
            <a:pPr>
              <a:defRPr sz="1400"/>
            </a:pPr>
            <a:r>
              <a:t>2. 提交代码到 GitHub（commit message: Day 50: 项目三答辩）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准备微调阶段预习材料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