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16: 大模型 API 核心参数详解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16: 大模型 API 核心参数详解</a:t>
            </a:r>
          </a:p>
          <a:p>
            <a:pPr>
              <a:defRPr sz="1400"/>
            </a:pPr>
            <a:r>
              <a:t>零基础大模型应用开发 70 天培训课程  第 16/70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16.1 核心参数详解</a:t>
            </a:r>
          </a:p>
          <a:p>
            <a:pPr>
              <a:defRPr sz="1400"/>
            </a:pPr>
            <a:r>
              <a:t>参数  范围  效果  建议</a:t>
            </a:r>
          </a:p>
          <a:p>
            <a:pPr>
              <a:defRPr sz="1400"/>
            </a:pPr>
            <a:r>
              <a:t>temperature  0-2  随机性  创意写作用 0.8-1.2，事实问答用 0-0.3</a:t>
            </a:r>
          </a:p>
          <a:p>
            <a:pPr>
              <a:defRPr sz="1400"/>
            </a:pPr>
            <a:r>
              <a:t>top_p  0-1  核采样  一般 0.9，与 temperature 二选一调</a:t>
            </a:r>
          </a:p>
          <a:p>
            <a:pPr>
              <a:defRPr sz="1400"/>
            </a:pPr>
            <a:r>
              <a:t>max_tokens  1-4096+  最大输出长度  按需求设置，影响成本</a:t>
            </a:r>
          </a:p>
          <a:p>
            <a:pPr>
              <a:defRPr sz="1400"/>
            </a:pPr>
            <a:r>
              <a:t>frequency_penalty  -2~2  重复惩罚  避免重复用 0.5-1.0</a:t>
            </a:r>
          </a:p>
          <a:p>
            <a:pPr>
              <a:defRPr sz="1400"/>
            </a:pPr>
            <a:r>
              <a:t>16.2 流式输出</a:t>
            </a:r>
          </a:p>
          <a:p>
            <a:pPr>
              <a:defRPr sz="1400"/>
            </a:pPr>
            <a:r>
              <a:t>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15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temperature、top_p、max_tokens、frequency_penalty 逐一实验对比</a:t>
            </a:r>
          </a:p>
          <a:p>
            <a:pPr>
              <a:defRPr sz="1400"/>
            </a:pPr>
            <a:r>
              <a:t>- system / user / assistant 角色详解</a:t>
            </a:r>
          </a:p>
          <a:p>
            <a:pPr>
              <a:defRPr sz="1400"/>
            </a:pPr>
            <a:r>
              <a:t>- 流式输出 stream=True 的实现（打字机效果）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temperature</a:t>
            </a:r>
          </a:p>
          <a:p>
            <a:pPr>
              <a:defRPr sz="1400"/>
            </a:pPr>
            <a:r>
              <a:t>- 流式输出</a:t>
            </a:r>
          </a:p>
          <a:p>
            <a:pPr>
              <a:defRPr sz="1400"/>
            </a:pPr>
            <a:r>
              <a:t>- 角色消息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temperature、top_p、max_tokens、frequency_penalty 逐一实验对比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temperature、top_p、max_tokens、frequency_penalty 逐一实验对比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14 的知识形成递进</a:t>
            </a:r>
          </a:p>
          <a:p>
            <a:pPr>
              <a:defRPr sz="1400"/>
            </a:pPr>
            <a:r>
              <a:t>- 为 Day 19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API 参数对比实验</a:t>
            </a:r>
          </a:p>
          <a:p>
            <a:pPr>
              <a:defRPr sz="1400"/>
            </a:pPr>
            <a:r>
              <a:t>- 做一个参数对比实验报告（同一 Prompt 不同参数的输出差异）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API 参数对比实验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day16_project/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请用自己的话解释「temperature」是什么，并举一个与大模型开发相关的例子。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13-16 所学填写）</a:t>
            </a:r>
          </a:p>
          <a:p>
            <a:pPr>
              <a:defRPr sz="1400"/>
            </a:pPr>
            <a:r>
              <a:t>- 后续应用: 将在 Day 23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请用自己的话解释「流式输出」是什么，并举一个与大模型开发相关的例子。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完成今日实操项目「API 参数对比实验」</a:t>
            </a:r>
          </a:p>
          <a:p>
            <a:pPr>
              <a:defRPr sz="1400"/>
            </a:pPr>
            <a:r>
              <a:t>2. 提交代码到 GitHub（commit message: Day 16: API 参数对比实验）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实现流式输出的命令行打印效果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