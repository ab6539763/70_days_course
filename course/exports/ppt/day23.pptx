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23: FastAPI 后端开发（上）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23: FastAPI 后端开发（上）</a:t>
            </a:r>
          </a:p>
          <a:p>
            <a:pPr>
              <a:defRPr sz="1400"/>
            </a:pPr>
            <a:r>
              <a:t>零基础大模型应用开发 70 天培训课程  第 23/70 天  大模型基础理论与 Prompt 工程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深度讲义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23.1 FastAPI 项目结构</a:t>
            </a:r>
          </a:p>
          <a:p>
            <a:pPr>
              <a:defRPr sz="1400"/>
            </a:pPr>
            <a:r>
              <a:t>chat_api/</a:t>
            </a:r>
          </a:p>
          <a:p>
            <a:pPr>
              <a:defRPr sz="1400"/>
            </a:pPr>
            <a:r>
              <a:t>├── main.py</a:t>
            </a:r>
          </a:p>
          <a:p>
            <a:pPr>
              <a:defRPr sz="1400"/>
            </a:pPr>
            <a:r>
              <a:t>├── models.py       Pydantic 模型</a:t>
            </a:r>
          </a:p>
          <a:p>
            <a:pPr>
              <a:defRPr sz="1400"/>
            </a:pPr>
            <a:r>
              <a:t>├── services.py     业务逻辑</a:t>
            </a:r>
          </a:p>
          <a:p>
            <a:pPr>
              <a:defRPr sz="1400"/>
            </a:pPr>
            <a:r>
              <a:t>├── config.py</a:t>
            </a:r>
          </a:p>
          <a:p>
            <a:pPr>
              <a:defRPr sz="1400"/>
            </a:pPr>
            <a:r>
              <a:t>└── requirements.txt</a:t>
            </a:r>
          </a:p>
          <a:p>
            <a:pPr>
              <a:defRPr sz="1400"/>
            </a:pPr>
            <a:r>
              <a:t>23.2 Pydantic 数据校验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22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FastAPI 入门：路由、路径参数、查询参数、自动文档</a:t>
            </a:r>
          </a:p>
          <a:p>
            <a:pPr>
              <a:defRPr sz="1400"/>
            </a:pPr>
            <a:r>
              <a:t>- Pydantic 数据模型、请求体校验、响应模型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FastAPI</a:t>
            </a:r>
          </a:p>
          <a:p>
            <a:pPr>
              <a:defRPr sz="1400"/>
            </a:pPr>
            <a:r>
              <a:t>- Pydantic</a:t>
            </a:r>
          </a:p>
          <a:p>
            <a:pPr>
              <a:defRPr sz="1400"/>
            </a:pPr>
            <a:r>
              <a:t>- REST</a:t>
            </a:r>
          </a:p>
          <a:p>
            <a:pPr>
              <a:defRPr sz="1400"/>
            </a:pPr>
            <a:r>
              <a:t>与课程主线的关系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FastAPI 入门：路由、路径参数、查询参数、自动文档</a:t>
            </a:r>
          </a:p>
          <a:p>
            <a:pPr>
              <a:defRPr sz="1400"/>
            </a:pPr>
            <a:r>
              <a:t>HTTP 协议基础</a:t>
            </a:r>
          </a:p>
          <a:p>
            <a:pPr>
              <a:defRPr sz="1400"/>
            </a:pPr>
            <a:r>
              <a:t>方法  用途  大模型场景</a:t>
            </a:r>
          </a:p>
          <a:p>
            <a:pPr>
              <a:defRPr sz="1400"/>
            </a:pPr>
            <a:r>
              <a:t>GET  获取资源  查询模型列表</a:t>
            </a:r>
          </a:p>
          <a:p>
            <a:pPr>
              <a:defRPr sz="1400"/>
            </a:pPr>
            <a:r>
              <a:t>POST  提交数据  调用 Chat API（最常用）</a:t>
            </a:r>
          </a:p>
          <a:p>
            <a:pPr>
              <a:defRPr sz="1400"/>
            </a:pPr>
            <a:r>
              <a:t>关键概念</a:t>
            </a:r>
          </a:p>
          <a:p>
            <a:pPr>
              <a:defRPr sz="1400"/>
            </a:pPr>
            <a:r>
              <a:t>- URL: 接口地址，如 https://api.deepseek.com/v1/chat/completions</a:t>
            </a:r>
          </a:p>
          <a:p>
            <a:pPr>
              <a:defRPr sz="1400"/>
            </a:pPr>
            <a:r>
              <a:t>- Header: 请求头，携带 Authorization: Bearer &lt;API_KEY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AI 对话 REST API</a:t>
            </a:r>
          </a:p>
          <a:p>
            <a:pPr>
              <a:defRPr sz="1400"/>
            </a:pPr>
            <a:r>
              <a:t>- 把 AI 对话功能封装成 REST API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AI 对话 REST API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day23_project/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请用自己的话解释「FastAPI」是什么，并举一个与大模型开发相关的例子。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20-23 所学填写）</a:t>
            </a:r>
          </a:p>
          <a:p>
            <a:pPr>
              <a:defRPr sz="1400"/>
            </a:pPr>
            <a:r>
              <a:t>- 后续应用: 将在 Day 30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请用自己的话解释「Pydantic」是什么，并举一个与大模型开发相关的例子。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完成今日实操项目「AI 对话 REST API」</a:t>
            </a:r>
          </a:p>
          <a:p>
            <a:pPr>
              <a:defRPr sz="1400"/>
            </a:pPr>
            <a:r>
              <a:t>2. 提交代码到 GitHub（commit message: Day 23: AI 对话 REST API）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阅读 FastAPI 自动生成的 Swagger 文档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