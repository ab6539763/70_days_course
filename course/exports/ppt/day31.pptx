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31: 周测 + RAG 效果调优实验日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31: 周测 + RAG 效果调优实验日</a:t>
            </a:r>
          </a:p>
          <a:p>
            <a:pPr>
              <a:defRPr sz="1400"/>
            </a:pPr>
            <a:r>
              <a:t>零基础大模型应用开发 70 天培训课程  第 31/70 天  LangChain 与 RAG 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31.1 RAG 调优 checklist</a:t>
            </a:r>
          </a:p>
          <a:p>
            <a:pPr>
              <a:defRPr sz="1400"/>
            </a:pPr>
            <a:r>
              <a:t>- [ ] chunk_size 是否合适？（200/500/1000 对比实验）</a:t>
            </a:r>
          </a:p>
          <a:p>
            <a:pPr>
              <a:defRPr sz="1400"/>
            </a:pPr>
            <a:r>
              <a:t>- [ ] chunk_overlap 是否足够？（建议 10-20%）</a:t>
            </a:r>
          </a:p>
          <a:p>
            <a:pPr>
              <a:defRPr sz="1400"/>
            </a:pPr>
            <a:r>
              <a:t>- [ ] top_k 是否合理？（3-10）</a:t>
            </a:r>
          </a:p>
          <a:p>
            <a:pPr>
              <a:defRPr sz="1400"/>
            </a:pPr>
            <a:r>
              <a:t>- [ ] Embedding 模型是否匹配？（中文用 bge/m3e）</a:t>
            </a:r>
          </a:p>
          <a:p>
            <a:pPr>
              <a:defRPr sz="1400"/>
            </a:pPr>
            <a:r>
              <a:t>- [ ] Prompt 是否要求引用来源？</a:t>
            </a:r>
          </a:p>
          <a:p>
            <a:pPr>
              <a:defRPr sz="1400"/>
            </a:pPr>
            <a:r>
              <a:t>- [ ] 是否有"不知道"的兜底？</a:t>
            </a:r>
          </a:p>
          <a:p>
            <a:pPr>
              <a:defRPr sz="1400"/>
            </a:pPr>
            <a:r>
              <a:t>- [ ] 检索结果是否相关？（人工检查 20 条）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30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周测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RAG 调优</a:t>
            </a:r>
          </a:p>
          <a:p>
            <a:pPr>
              <a:defRPr sz="1400"/>
            </a:pPr>
            <a:r>
              <a:t>- chunk</a:t>
            </a:r>
          </a:p>
          <a:p>
            <a:pPr>
              <a:defRPr sz="1400"/>
            </a:pPr>
            <a:r>
              <a:t>- top_k</a:t>
            </a:r>
          </a:p>
          <a:p>
            <a:pPr>
              <a:defRPr sz="1400"/>
            </a:pPr>
            <a:r>
              <a:t>- Embedding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周测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周测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29 的知识形成递进</a:t>
            </a:r>
          </a:p>
          <a:p>
            <a:pPr>
              <a:defRPr sz="1400"/>
            </a:pPr>
            <a:r>
              <a:t>- 为 Day 34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RAG 调优对比实验</a:t>
            </a:r>
          </a:p>
          <a:p>
            <a:pPr>
              <a:defRPr sz="1400"/>
            </a:pPr>
            <a:r>
              <a:t>- 检索效果不好怎么办？调 chunk 大小、调 top_k、换 Embedding 模型的对比实验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RAG 调优对比实验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day31_project/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请用自己的话解释「RAG 调优」是什么，并举一个与大模型开发相关的例子。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28-31 所学填写）</a:t>
            </a:r>
          </a:p>
          <a:p>
            <a:pPr>
              <a:defRPr sz="1400"/>
            </a:pPr>
            <a:r>
              <a:t>- 后续应用: 将在 Day 38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请用自己的话解释「chunk」是什么，并举一个与大模型开发相关的例子。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完成今日实操项目「RAG 调优对比实验」</a:t>
            </a:r>
          </a:p>
          <a:p>
            <a:pPr>
              <a:defRPr sz="1400"/>
            </a:pPr>
            <a:r>
              <a:t>2. 提交代码到 GitHub（commit message: Day 31: RAG 调优对比实验）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撰写 RAG 调优实验报告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