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70: 结业日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70: 结业日</a:t>
            </a:r>
          </a:p>
          <a:p>
            <a:pPr>
              <a:defRPr sz="1400"/>
            </a:pPr>
            <a:r>
              <a:t>零基础大模型应用开发 70 天培训课程  第 70/70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行业前沿分享(多模态 Agent、具身智能趋势)、持续学习路线图</a:t>
            </a:r>
          </a:p>
          <a:p>
            <a:pPr>
              <a:defRPr sz="1400"/>
            </a:pPr>
            <a:r>
              <a:t>- 结业典礼、优秀学员分享、就业资源对接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行业前沿</a:t>
            </a:r>
          </a:p>
          <a:p>
            <a:pPr>
              <a:defRPr sz="1400"/>
            </a:pPr>
            <a:r>
              <a:t>- 持续学习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10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行业前沿分享(多模态 Agent、具身智能趋势)、持续学习路线图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结业典礼</a:t>
            </a:r>
          </a:p>
          <a:p>
            <a:pPr>
              <a:defRPr sz="1400"/>
            </a:pPr>
            <a:r>
              <a:t>- 课程总结、领取结业证书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结业典礼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day70_project/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请用自己的话解释「行业前沿」是什么，并举一个与大模型开发相关的例子。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67-70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请用自己的话解释「持续学习」是什么，并举一个与大模型开发相关的例子。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完成今日实操项目「结业典礼」</a:t>
            </a:r>
          </a:p>
          <a:p>
            <a:pPr>
              <a:defRPr sz="1400"/>
            </a:pPr>
            <a:r>
              <a:t>2. 提交代码到 GitHub（commit message: Day 70: 结业典礼）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制定个人 90 天持续学习计划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