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62: 毕业设计开发 Day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62: 毕业设计开发 Day 4</a:t>
            </a:r>
          </a:p>
          <a:p>
            <a:pPr>
              <a:defRPr sz="1400"/>
            </a:pPr>
            <a:r>
              <a:t>零基础大模型应用开发 70 天培训课程  第 62/70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61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前端界面 + 后端 API 联调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前端</a:t>
            </a:r>
          </a:p>
          <a:p>
            <a:pPr>
              <a:defRPr sz="1400"/>
            </a:pPr>
            <a:r>
              <a:t>- API 联调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6 阶段（毕业设计与就业冲刺） 的第 2 天。</a:t>
            </a:r>
          </a:p>
          <a:p>
            <a:pPr>
              <a:defRPr sz="1400"/>
            </a:pPr>
            <a:r>
              <a:t>今日主题「毕业设计开发 Day 4」是整条 70 天学习路径中的关键一环。请对照总路线图理解今天学什么、为什么学、后面哪里会用到。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前端界面 + 后端 API 联调</a:t>
            </a:r>
          </a:p>
          <a:p>
            <a:pPr>
              <a:defRPr sz="1400"/>
            </a:pPr>
            <a:r>
              <a:t>HTTP 协议基础</a:t>
            </a:r>
          </a:p>
          <a:p>
            <a:pPr>
              <a:defRPr sz="1400"/>
            </a:pPr>
            <a:r>
              <a:t>方法  用途  大模型场景</a:t>
            </a:r>
          </a:p>
          <a:p>
            <a:pPr>
              <a:defRPr sz="1400"/>
            </a:pPr>
            <a:r>
              <a:t>GET  获取资源  查询模型列表</a:t>
            </a:r>
          </a:p>
          <a:p>
            <a:pPr>
              <a:defRPr sz="1400"/>
            </a:pPr>
            <a:r>
              <a:t>POST  提交数据  调用 Chat API（最常用）</a:t>
            </a:r>
          </a:p>
          <a:p>
            <a:pPr>
              <a:defRPr sz="1400"/>
            </a:pPr>
            <a:r>
              <a:t>关键概念</a:t>
            </a:r>
          </a:p>
          <a:p>
            <a:pPr>
              <a:defRPr sz="1400"/>
            </a:pPr>
            <a:r>
              <a:t>- URL: 接口地址，如 https://api.deepseek.com/v1/chat/completions</a:t>
            </a:r>
          </a:p>
          <a:p>
            <a:pPr>
              <a:defRPr sz="1400"/>
            </a:pPr>
            <a:r>
              <a:t>- Header: 请求头，携带 Authorization: Bearer &lt;API_KEY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前后端联调</a:t>
            </a:r>
          </a:p>
          <a:p>
            <a:pPr>
              <a:defRPr sz="1400"/>
            </a:pPr>
            <a:r>
              <a:t>- 联调与 Bug 修复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前后端联调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day62_project/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请用自己的话解释「前端」是什么，并举一个与大模型开发相关的例子。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59-62 所学填写）</a:t>
            </a:r>
          </a:p>
          <a:p>
            <a:pPr>
              <a:defRPr sz="1400"/>
            </a:pPr>
            <a:r>
              <a:t>- 后续应用: 将在 Day 69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请用自己的话解释「API 联调」是什么，并举一个与大模型开发相关的例子。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完成今日实操项目「前后端联调」</a:t>
            </a:r>
          </a:p>
          <a:p>
            <a:pPr>
              <a:defRPr sz="1400"/>
            </a:pPr>
            <a:r>
              <a:t>2. 提交代码到 GitHub（commit message: Day 62: 前后端联调）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导师辅导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