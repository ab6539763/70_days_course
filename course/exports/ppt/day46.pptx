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46: Agent 稳定性与工程化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46: Agent 稳定性与工程化</a:t>
            </a:r>
          </a:p>
          <a:p>
            <a:pPr>
              <a:defRPr sz="1400"/>
            </a:pPr>
            <a:r>
              <a:t>零基础大模型应用开发 70 天培训课程  第 46/70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8 周: Agent 进阶</a:t>
            </a:r>
          </a:p>
          <a:p>
            <a:pPr>
              <a:defRPr sz="1400"/>
            </a:pPr>
            <a:r>
              <a:t>稳定性 → Text-to-SQL → 项目开发 → 答辩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多 Agent 智能办公助手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46.1 Agent 失败模式</a:t>
            </a:r>
          </a:p>
          <a:p>
            <a:pPr>
              <a:defRPr sz="1400"/>
            </a:pPr>
            <a:r>
              <a:t>失败模式  原因  解决方案</a:t>
            </a:r>
          </a:p>
          <a:p>
            <a:pPr>
              <a:defRPr sz="1400"/>
            </a:pPr>
            <a:r>
              <a:t>无限循环  没有终止条件  设置 max_iterations</a:t>
            </a:r>
          </a:p>
          <a:p>
            <a:pPr>
              <a:defRPr sz="1400"/>
            </a:pPr>
            <a:r>
              <a:t>工具调用错误  Schema 不清晰  优化 description</a:t>
            </a:r>
          </a:p>
          <a:p>
            <a:pPr>
              <a:defRPr sz="1400"/>
            </a:pPr>
            <a:r>
              <a:t>幻觉行动  捏造工具结果  输出校验</a:t>
            </a:r>
          </a:p>
          <a:p>
            <a:pPr>
              <a:defRPr sz="1400"/>
            </a:pPr>
            <a:r>
              <a:t>上下文溢出  历史太长  窗口记忆/摘要</a:t>
            </a:r>
          </a:p>
          <a:p>
            <a:pPr>
              <a:defRPr sz="1400"/>
            </a:pPr>
            <a:r>
              <a:t>46.2 LangSmith 追踪</a:t>
            </a:r>
          </a:p>
          <a:p>
            <a:pPr>
              <a:defRPr sz="1400"/>
            </a:pPr>
            <a:r>
              <a:t>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Agent 常见失败模式与调试技巧、LangSmith 追踪调试</a:t>
            </a:r>
          </a:p>
          <a:p>
            <a:pPr>
              <a:defRPr sz="1400"/>
            </a:pPr>
            <a:r>
              <a:t>- 输出校验、护栏(Guardrails)、成本与延迟优化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LangSmith</a:t>
            </a:r>
          </a:p>
          <a:p>
            <a:pPr>
              <a:defRPr sz="1400"/>
            </a:pPr>
            <a:r>
              <a:t>- Guardrails</a:t>
            </a:r>
          </a:p>
          <a:p>
            <a:pPr>
              <a:defRPr sz="1400"/>
            </a:pPr>
            <a:r>
              <a:t>- 容错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Agent 常见失败模式与调试技巧、LangSmith 追踪调试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Agent 可观测性改造</a:t>
            </a:r>
          </a:p>
          <a:p>
            <a:pPr>
              <a:defRPr sz="1400"/>
            </a:pPr>
            <a:r>
              <a:t>- 给 Agent 加上完整的可观测性与容错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Agent 可观测性改造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请用自己的话解释「LangSmith」是什么，并举一个与大模型开发相关的例子。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43-46 所学填写）</a:t>
            </a:r>
          </a:p>
          <a:p>
            <a:pPr>
              <a:defRPr sz="1400"/>
            </a:pPr>
            <a:r>
              <a:t>- 后续应用: 将在 Day 53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请用自己的话解释「Guardrails」是什么，并举一个与大模型开发相关的例子。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完成今日实操项目「Agent 可观测性改造」</a:t>
            </a:r>
          </a:p>
          <a:p>
            <a:pPr>
              <a:defRPr sz="1400"/>
            </a:pPr>
            <a:r>
              <a:t>2. 提交代码到 GitHub（commit message: Day 46: Agent 可观测性改造）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分析 5 个 Agent 失败案例并修复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