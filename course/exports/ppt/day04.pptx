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4: 核心数据结构（上）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4: 核心数据结构（上）</a:t>
            </a:r>
          </a:p>
          <a:p>
            <a:pPr>
              <a:defRPr sz="1400"/>
            </a:pPr>
            <a:r>
              <a:t>零基础大模型应用开发 70 天培训课程  第 4/70 天  Python 编程基础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4.1 列表 list — 大模型开发最常用的数据结构</a:t>
            </a:r>
          </a:p>
          <a:p>
            <a:pPr>
              <a:defRPr sz="1400"/>
            </a:pPr>
            <a:r>
              <a:t>python</a:t>
            </a:r>
          </a:p>
          <a:p>
            <a:pPr>
              <a:defRPr sz="1400"/>
            </a:pPr>
            <a:r>
              <a:t>创建</a:t>
            </a:r>
          </a:p>
          <a:p>
            <a:pPr>
              <a:defRPr sz="1400"/>
            </a:pPr>
            <a:r>
              <a:t>messages = []                           空列表</a:t>
            </a:r>
          </a:p>
          <a:p>
            <a:pPr>
              <a:defRPr sz="1400"/>
            </a:pPr>
            <a:r>
              <a:t>messages = ["你好", "再见"]              直接创建</a:t>
            </a:r>
          </a:p>
          <a:p>
            <a:pPr>
              <a:defRPr sz="1400"/>
            </a:pPr>
            <a:r>
              <a:t>messages = list(range(5))               [0, 1, 2, 3, 4]</a:t>
            </a:r>
          </a:p>
          <a:p>
            <a:pPr>
              <a:defRPr sz="1400"/>
            </a:pPr>
            <a:r>
              <a:t>增删改查</a:t>
            </a:r>
          </a:p>
          <a:p>
            <a:pPr>
              <a:defRPr sz="1400"/>
            </a:pPr>
            <a:r>
              <a:t>messages.append("新消息")                尾部添加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3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列表 list 的增删改查、切片、排序、列表推导式</a:t>
            </a:r>
          </a:p>
          <a:p>
            <a:pPr>
              <a:defRPr sz="1400"/>
            </a:pPr>
            <a:r>
              <a:t>- 元组 tuple、集合 set 的应用场景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list</a:t>
            </a:r>
          </a:p>
          <a:p>
            <a:pPr>
              <a:defRPr sz="1400"/>
            </a:pPr>
            <a:r>
              <a:t>- tuple</a:t>
            </a:r>
          </a:p>
          <a:p>
            <a:pPr>
              <a:defRPr sz="1400"/>
            </a:pPr>
            <a:r>
              <a:t>- set</a:t>
            </a:r>
          </a:p>
          <a:p>
            <a:pPr>
              <a:defRPr sz="1400"/>
            </a:pPr>
            <a:r>
              <a:t>- 列表推导式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列表 list 的增删改查、切片、排序、列表推导式</a:t>
            </a:r>
          </a:p>
          <a:p>
            <a:pPr>
              <a:defRPr sz="1400"/>
            </a:pPr>
            <a:r>
              <a:t>核心概念</a:t>
            </a:r>
          </a:p>
          <a:p>
            <a:pPr>
              <a:defRPr sz="1400"/>
            </a:pPr>
            <a:r>
              <a:t>列表 list 的增删改查、切片、排序、列表推导式 是今日学习的重要内容。</a:t>
            </a:r>
          </a:p>
          <a:p>
            <a:pPr>
              <a:defRPr sz="1400"/>
            </a:pPr>
            <a:r>
              <a:t>为什么学？</a:t>
            </a:r>
          </a:p>
          <a:p>
            <a:pPr>
              <a:defRPr sz="1400"/>
            </a:pPr>
            <a:r>
              <a:t>在大模型应用开发中，这个知识点将在后续项目中直接用到:</a:t>
            </a:r>
          </a:p>
          <a:p>
            <a:pPr>
              <a:defRPr sz="1400"/>
            </a:pPr>
            <a:r>
              <a:t>- 与 Day 2 的知识形成递进</a:t>
            </a:r>
          </a:p>
          <a:p>
            <a:pPr>
              <a:defRPr sz="1400"/>
            </a:pPr>
            <a:r>
              <a:t>- 为 Day 7 的实操项目提供基础</a:t>
            </a:r>
          </a:p>
          <a:p>
            <a:pPr>
              <a:defRPr sz="1400"/>
            </a:pPr>
            <a:r>
              <a:t>学习要点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命令行待办事项管理器</a:t>
            </a:r>
          </a:p>
          <a:p>
            <a:pPr>
              <a:defRPr sz="1400"/>
            </a:pPr>
            <a:r>
              <a:t>- 待办事项管理器（纯命令行版）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命令行待办事项管理器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day04_project/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请用自己的话解释「list」是什么，并举一个与大模型开发相关的例子。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1-4 所学填写）</a:t>
            </a:r>
          </a:p>
          <a:p>
            <a:pPr>
              <a:defRPr sz="1400"/>
            </a:pPr>
            <a:r>
              <a:t>- 后续应用: 将在 Day 11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请用自己的话解释「tuple」是什么，并举一个与大模型开发相关的例子。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完成今日实操项目「命令行待办事项管理器」</a:t>
            </a:r>
          </a:p>
          <a:p>
            <a:pPr>
              <a:defRPr sz="1400"/>
            </a:pPr>
            <a:r>
              <a:t>2. 提交代码到 GitHub（commit message: Day 4: 命令行待办事项管理器）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扩展待办事项：支持优先级排序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