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20: 多模态与嵌入模型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20: 多模态与嵌入模型</a:t>
            </a:r>
          </a:p>
          <a:p>
            <a:pPr>
              <a:defRPr sz="1400"/>
            </a:pPr>
            <a:r>
              <a:t>零基础大模型应用开发 70 天培训课程  第 20/70 天  大模型基础理论与 Prompt 工程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20.1 Embedding 原理</a:t>
            </a:r>
          </a:p>
          <a:p>
            <a:pPr>
              <a:defRPr sz="1400"/>
            </a:pPr>
            <a:r>
              <a:t>"猫" → [0.2, 0.8, 0.1, ...]   (1536维向量)</a:t>
            </a:r>
          </a:p>
          <a:p>
            <a:pPr>
              <a:defRPr sz="1400"/>
            </a:pPr>
            <a:r>
              <a:t>"狗" → [0.3, 0.7, 0.2, ...]   (语义相近，向量距离近)</a:t>
            </a:r>
          </a:p>
          <a:p>
            <a:pPr>
              <a:defRPr sz="1400"/>
            </a:pPr>
            <a:r>
              <a:t>"汽车" → [0.9, 0.1, 0.5, ...]  (语义不同，向量距离远)</a:t>
            </a:r>
          </a:p>
          <a:p>
            <a:pPr>
              <a:defRPr sz="1400"/>
            </a:pPr>
            <a:r>
              <a:t>20.2 余弦相似度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import numpy as np</a:t>
            </a:r>
          </a:p>
          <a:p>
            <a:pPr>
              <a:defRPr sz="1400"/>
            </a:pPr>
            <a:r>
              <a:t>def cosine_similarity(a, b):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19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多模态模型 API 使用（图片理解、图片生成 DALL-E / 通义万相）</a:t>
            </a:r>
          </a:p>
          <a:p>
            <a:pPr>
              <a:defRPr sz="1400"/>
            </a:pPr>
            <a:r>
              <a:t>- Embedding 嵌入模型详解：文本向量化、余弦相似度计算</a:t>
            </a:r>
          </a:p>
          <a:p>
            <a:pPr>
              <a:defRPr sz="1400"/>
            </a:pPr>
            <a:r>
              <a:t>- 动手计算句子相似度，理解语义检索的原理（RAG 的核心前置知识）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Embedding</a:t>
            </a:r>
          </a:p>
          <a:p>
            <a:pPr>
              <a:defRPr sz="1400"/>
            </a:pPr>
            <a:r>
              <a:t>- 余弦相似度</a:t>
            </a:r>
          </a:p>
          <a:p>
            <a:pPr>
              <a:defRPr sz="1400"/>
            </a:pPr>
            <a:r>
              <a:t>- 语义检索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多模态模型 API 使用（图片理解、图片生成 DALL-E / 通义万相）</a:t>
            </a:r>
          </a:p>
          <a:p>
            <a:pPr>
              <a:defRPr sz="1400"/>
            </a:pPr>
            <a:r>
              <a:t>HTTP 协议基础</a:t>
            </a:r>
          </a:p>
          <a:p>
            <a:pPr>
              <a:defRPr sz="1400"/>
            </a:pPr>
            <a:r>
              <a:t>方法  用途  大模型场景</a:t>
            </a:r>
          </a:p>
          <a:p>
            <a:pPr>
              <a:defRPr sz="1400"/>
            </a:pPr>
            <a:r>
              <a:t>GET  获取资源  查询模型列表</a:t>
            </a:r>
          </a:p>
          <a:p>
            <a:pPr>
              <a:defRPr sz="1400"/>
            </a:pPr>
            <a:r>
              <a:t>POST  提交数据  调用 Chat API（最常用）</a:t>
            </a:r>
          </a:p>
          <a:p>
            <a:pPr>
              <a:defRPr sz="1400"/>
            </a:pPr>
            <a:r>
              <a:t>关键概念</a:t>
            </a:r>
          </a:p>
          <a:p>
            <a:pPr>
              <a:defRPr sz="1400"/>
            </a:pPr>
            <a:r>
              <a:t>- URL: 接口地址，如 https://api.deepseek.com/v1/chat/completions</a:t>
            </a:r>
          </a:p>
          <a:p>
            <a:pPr>
              <a:defRPr sz="1400"/>
            </a:pPr>
            <a:r>
              <a:t>- Header: 请求头，携带 Authorization: Bearer &lt;API_KEY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相似问题匹配工具</a:t>
            </a:r>
          </a:p>
          <a:p>
            <a:pPr>
              <a:defRPr sz="1400"/>
            </a:pPr>
            <a:r>
              <a:t>- 用 Embedding 实现一个「相似问题匹配」小工具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相似问题匹配工具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day20_project/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请用自己的话解释「Embedding」是什么，并举一个与大模型开发相关的例子。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17-20 所学填写）</a:t>
            </a:r>
          </a:p>
          <a:p>
            <a:pPr>
              <a:defRPr sz="1400"/>
            </a:pPr>
            <a:r>
              <a:t>- 后续应用: 将在 Day 27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请用自己的话解释「余弦相似度」是什么，并举一个与大模型开发相关的例子。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完成今日实操项目「相似问题匹配工具」</a:t>
            </a:r>
          </a:p>
          <a:p>
            <a:pPr>
              <a:defRPr sz="1400"/>
            </a:pPr>
            <a:r>
              <a:t>2. 提交代码到 GitHub（commit message: Day 20: 相似问题匹配工具）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可视化 2D 词向量散点图（可选降维）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