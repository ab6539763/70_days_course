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58: 毕业设计启动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58: 毕业设计启动</a:t>
            </a:r>
          </a:p>
          <a:p>
            <a:pPr>
              <a:defRPr sz="1400"/>
            </a:pPr>
            <a:r>
              <a:t>零基础大模型应用开发 70 天培训课程  第 58/70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10 周: 毕业设计</a:t>
            </a:r>
          </a:p>
          <a:p>
            <a:pPr>
              <a:defRPr sz="1400"/>
            </a:pPr>
            <a:r>
              <a:t>选题 → 开发 → 答辩 → 就业冲刺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毕业设计项目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57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选题指导(8 个备选方向 + 支持自选)</a:t>
            </a:r>
          </a:p>
          <a:p>
            <a:pPr>
              <a:defRPr sz="1400"/>
            </a:pPr>
            <a:r>
              <a:t>- 需求文档撰写、技术方案设计、讲师一对一评审方案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选题</a:t>
            </a:r>
          </a:p>
          <a:p>
            <a:pPr>
              <a:defRPr sz="1400"/>
            </a:pPr>
            <a:r>
              <a:t>- 需求分析</a:t>
            </a:r>
          </a:p>
          <a:p>
            <a:pPr>
              <a:defRPr sz="1400"/>
            </a:pPr>
            <a:r>
              <a:t>- 技术方案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选题指导(8 个备选方向 + 支持自选)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选题指导(8 个备选方向 + 支持自选)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56 的知识形成递进</a:t>
            </a:r>
          </a:p>
          <a:p>
            <a:pPr>
              <a:defRPr sz="1400"/>
            </a:pPr>
            <a:r>
              <a:t>- 为 Day 61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毕业设计需求文档</a:t>
            </a:r>
          </a:p>
          <a:p>
            <a:pPr>
              <a:defRPr sz="1400"/>
            </a:pPr>
            <a:r>
              <a:t>- 确定选题并完成需求文档 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毕业设计需求文档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day58_project/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请用自己的话解释「选题」是什么，并举一个与大模型开发相关的例子。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55-58 所学填写）</a:t>
            </a:r>
          </a:p>
          <a:p>
            <a:pPr>
              <a:defRPr sz="1400"/>
            </a:pPr>
            <a:r>
              <a:t>- 后续应用: 将在 Day 65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请用自己的话解释「需求分析」是什么，并举一个与大模型开发相关的例子。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完成今日实操项目「毕业设计需求文档」</a:t>
            </a:r>
          </a:p>
          <a:p>
            <a:pPr>
              <a:defRPr sz="1400"/>
            </a:pPr>
            <a:r>
              <a:t>2. 提交代码到 GitHub（commit message: Day 58: 毕业设计需求文档）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调研竞品与参考文献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