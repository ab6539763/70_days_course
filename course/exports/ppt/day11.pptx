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11: 文件操作与常用标准库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11: 文件操作与常用标准库</a:t>
            </a:r>
          </a:p>
          <a:p>
            <a:pPr>
              <a:defRPr sz="1400"/>
            </a:pPr>
            <a:r>
              <a:t>零基础大模型应用开发 70 天培训课程  第 11/70 天  Python 编程基础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深度讲义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11.1 文件读写</a:t>
            </a:r>
          </a:p>
          <a:p>
            <a:pPr>
              <a:defRPr sz="1400"/>
            </a:pPr>
            <a:r>
              <a:t>python</a:t>
            </a:r>
          </a:p>
          <a:p>
            <a:pPr>
              <a:defRPr sz="1400"/>
            </a:pPr>
            <a:r>
              <a:t>读取文本</a:t>
            </a:r>
          </a:p>
          <a:p>
            <a:pPr>
              <a:defRPr sz="1400"/>
            </a:pPr>
            <a:r>
              <a:t>with open("doc.txt", "r", encoding="utf-8") as f:</a:t>
            </a:r>
          </a:p>
          <a:p>
            <a:pPr>
              <a:defRPr sz="1400"/>
            </a:pPr>
            <a:r>
              <a:t>content = f.read()</a:t>
            </a:r>
          </a:p>
          <a:p>
            <a:pPr>
              <a:defRPr sz="1400"/>
            </a:pPr>
            <a:r>
              <a:t>逐行读取（大文件推荐）</a:t>
            </a:r>
          </a:p>
          <a:p>
            <a:pPr>
              <a:defRPr sz="1400"/>
            </a:pPr>
            <a:r>
              <a:t>with open("big_file.txt", "r", encoding="utf-8") as f:</a:t>
            </a:r>
          </a:p>
          <a:p>
            <a:pPr>
              <a:defRPr sz="1400"/>
            </a:pPr>
            <a:r>
              <a:t>for line in f: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10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文件读写(txt/csv/json)、with 上下文管理器、编码问题(UTF-8)</a:t>
            </a:r>
          </a:p>
          <a:p>
            <a:pPr>
              <a:defRPr sz="1400"/>
            </a:pPr>
            <a:r>
              <a:t>- os、pathlib、datetime、random、re 正则表达式入门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文件 IO</a:t>
            </a:r>
          </a:p>
          <a:p>
            <a:pPr>
              <a:defRPr sz="1400"/>
            </a:pPr>
            <a:r>
              <a:t>- pathlib</a:t>
            </a:r>
          </a:p>
          <a:p>
            <a:pPr>
              <a:defRPr sz="1400"/>
            </a:pPr>
            <a:r>
              <a:t>- re 正则</a:t>
            </a:r>
          </a:p>
          <a:p>
            <a:pPr>
              <a:defRPr sz="1400"/>
            </a:pPr>
            <a:r>
              <a:t>与课程主线的关系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文件读写(txt/csv/json)、with 上下文管理器、编码问题(UTF-8)</a:t>
            </a:r>
          </a:p>
          <a:p>
            <a:pPr>
              <a:defRPr sz="1400"/>
            </a:pPr>
            <a:r>
              <a:t>JSON 是大模型开发的通用语言</a:t>
            </a:r>
          </a:p>
          <a:p>
            <a:pPr>
              <a:defRPr sz="1400"/>
            </a:pPr>
            <a:r>
              <a:t>所有大模型 API 的请求和响应都是 JSON 格式:</a:t>
            </a:r>
          </a:p>
          <a:p>
            <a:pPr>
              <a:defRPr sz="1400"/>
            </a:pPr>
            <a:r>
              <a:t>python</a:t>
            </a:r>
          </a:p>
          <a:p>
            <a:pPr>
              <a:defRPr sz="1400"/>
            </a:pPr>
            <a:r>
              <a:t>import json</a:t>
            </a:r>
          </a:p>
          <a:p>
            <a:pPr>
              <a:defRPr sz="1400"/>
            </a:pPr>
            <a:r>
              <a:t>Python 对象 → JSON 字符串</a:t>
            </a:r>
          </a:p>
          <a:p>
            <a:pPr>
              <a:defRPr sz="1400"/>
            </a:pPr>
            <a:r>
              <a:t>data = {"role": "user", "content": "你好"}</a:t>
            </a:r>
          </a:p>
          <a:p>
            <a:pPr>
              <a:defRPr sz="1400"/>
            </a:pPr>
            <a:r>
              <a:t>json_str = json.dumps(data, ensure_ascii=False)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文档关键词统计工具</a:t>
            </a:r>
          </a:p>
          <a:p>
            <a:pPr>
              <a:defRPr sz="1400"/>
            </a:pPr>
            <a:r>
              <a:t>- 批量文档读取与关键词统计工具（RAG 文档处理的前置技能）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文档关键词统计工具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day11_project/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请用自己的话解释「文件 IO」是什么，并举一个与大模型开发相关的例子。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8-11 所学填写）</a:t>
            </a:r>
          </a:p>
          <a:p>
            <a:pPr>
              <a:defRPr sz="1400"/>
            </a:pPr>
            <a:r>
              <a:t>- 后续应用: 将在 Day 18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请用自己的话解释「pathlib」是什么，并举一个与大模型开发相关的例子。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完成今日实操项目「文档关键词统计工具」</a:t>
            </a:r>
          </a:p>
          <a:p>
            <a:pPr>
              <a:defRPr sz="1400"/>
            </a:pPr>
            <a:r>
              <a:t>2. 提交代码到 GitHub（commit message: Day 11: 文档关键词统计工具）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用正则清洗一份脏文本数据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