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13: 进阶语法与异步入门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13: 进阶语法与异步入门</a:t>
            </a:r>
          </a:p>
          <a:p>
            <a:pPr>
              <a:defRPr sz="1400"/>
            </a:pPr>
            <a:r>
              <a:t>零基础大模型应用开发 70 天培训课程  第 13/70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13.1 装饰器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import time</a:t>
            </a:r>
          </a:p>
          <a:p>
            <a:pPr>
              <a:defRPr sz="1400"/>
            </a:pPr>
            <a:r>
              <a:t>import functools</a:t>
            </a:r>
          </a:p>
          <a:p>
            <a:pPr>
              <a:defRPr sz="1400"/>
            </a:pPr>
            <a:r>
              <a:t>def retry(max_attempts=3, delay=1):</a:t>
            </a:r>
          </a:p>
          <a:p>
            <a:pPr>
              <a:defRPr sz="1400"/>
            </a:pPr>
            <a:r>
              <a:t>def decorator(func):</a:t>
            </a:r>
          </a:p>
          <a:p>
            <a:pPr>
              <a:defRPr sz="1400"/>
            </a:pPr>
            <a:r>
              <a:t>@functools.wraps(func)</a:t>
            </a:r>
          </a:p>
          <a:p>
            <a:pPr>
              <a:defRPr sz="1400"/>
            </a:pPr>
            <a:r>
              <a:t>def wrapper(args, kwargs):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12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装饰器原理与应用、生成器与 yield</a:t>
            </a:r>
          </a:p>
          <a:p>
            <a:pPr>
              <a:defRPr sz="1400"/>
            </a:pPr>
            <a:r>
              <a:t>- 类型注解 typing、asyncio 异步编程入门(理解 async/await)</a:t>
            </a:r>
          </a:p>
          <a:p>
            <a:pPr>
              <a:defRPr sz="1400"/>
            </a:pPr>
            <a:r>
              <a:t>- 环境变量管理(python-dotenv，保护 API Key)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装饰器</a:t>
            </a:r>
          </a:p>
          <a:p>
            <a:pPr>
              <a:defRPr sz="1400"/>
            </a:pPr>
            <a:r>
              <a:t>- asyncio</a:t>
            </a:r>
          </a:p>
          <a:p>
            <a:pPr>
              <a:defRPr sz="1400"/>
            </a:pPr>
            <a:r>
              <a:t>- dotenv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装饰器原理与应用、生成器与 yield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装饰器原理与应用、生成器与 yield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11 的知识形成递进</a:t>
            </a:r>
          </a:p>
          <a:p>
            <a:pPr>
              <a:defRPr sz="1400"/>
            </a:pPr>
            <a:r>
              <a:t>- 为 Day 16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带重试与超时的 API 客户端</a:t>
            </a:r>
          </a:p>
          <a:p>
            <a:pPr>
              <a:defRPr sz="1400"/>
            </a:pPr>
            <a:r>
              <a:t>- 给 API 调用加上重试装饰器与超时控制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带重试与超时的 API 客户端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day13_project/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请用自己的话解释「装饰器」是什么，并举一个与大模型开发相关的例子。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10-13 所学填写）</a:t>
            </a:r>
          </a:p>
          <a:p>
            <a:pPr>
              <a:defRPr sz="1400"/>
            </a:pPr>
            <a:r>
              <a:t>- 后续应用: 将在 Day 20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请用自己的话解释「asyncio」是什么，并举一个与大模型开发相关的例子。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完成今日实操项目「带重试与超时的 API 客户端」</a:t>
            </a:r>
          </a:p>
          <a:p>
            <a:pPr>
              <a:defRPr sz="1400"/>
            </a:pPr>
            <a:r>
              <a:t>2. 提交代码到 GitHub（commit message: Day 13: 带重试与超时的 API 客户端）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用 dotenv 管理多环境 API Key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