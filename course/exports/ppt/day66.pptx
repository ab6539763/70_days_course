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66: 简历与作品集打磨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66: 简历与作品集打磨</a:t>
            </a:r>
          </a:p>
          <a:p>
            <a:pPr>
              <a:defRPr sz="1400"/>
            </a:pPr>
            <a:r>
              <a:t>零基础大模型应用开发 70 天培训课程  第 66/70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66.1 简历项目描述模板</a:t>
            </a:r>
          </a:p>
          <a:p>
            <a:pPr>
              <a:defRPr sz="1400"/>
            </a:pPr>
            <a:r>
              <a:t>项目一: 命令行多轮对话 AI 助手</a:t>
            </a:r>
          </a:p>
          <a:p>
            <a:pPr>
              <a:defRPr sz="1400"/>
            </a:pPr>
            <a:r>
              <a:t>- 独立开发基于 DeepSeek API 的多轮对话系统，支持对话历史持久化与指令管理</a:t>
            </a:r>
          </a:p>
          <a:p>
            <a:pPr>
              <a:defRPr sz="1400"/>
            </a:pPr>
            <a:r>
              <a:t>- 技术栈: Python, requests, JSON, python-dotenv</a:t>
            </a:r>
          </a:p>
          <a:p>
            <a:pPr>
              <a:defRPr sz="1400"/>
            </a:pPr>
            <a:r>
              <a:t>项目二: 企业级知识库问答系统</a:t>
            </a:r>
          </a:p>
          <a:p>
            <a:pPr>
              <a:defRPr sz="1400"/>
            </a:pPr>
            <a:r>
              <a:t>- 基于 RAG 技术构建，支持 PDF/Word/Markdown 多格式文档，混合检索 + Rerank</a:t>
            </a:r>
          </a:p>
          <a:p>
            <a:pPr>
              <a:defRPr sz="1400"/>
            </a:pPr>
            <a:r>
              <a:t>- 技术栈: LangChain, Chroma, FastAPI, SSE, Docker</a:t>
            </a:r>
          </a:p>
          <a:p>
            <a:pPr>
              <a:defRPr sz="1400"/>
            </a:pPr>
            <a:r>
              <a:t>项目三: 多 Agent 智能办公助手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65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技术简历撰写方法、项目经历 STAR 法则包装</a:t>
            </a:r>
          </a:p>
          <a:p>
            <a:pPr>
              <a:defRPr sz="1400"/>
            </a:pPr>
            <a:r>
              <a:t>- GitHub 仓库整理、README 规范、个人作品集页面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简历</a:t>
            </a:r>
          </a:p>
          <a:p>
            <a:pPr>
              <a:defRPr sz="1400"/>
            </a:pPr>
            <a:r>
              <a:t>- STAR</a:t>
            </a:r>
          </a:p>
          <a:p>
            <a:pPr>
              <a:defRPr sz="1400"/>
            </a:pPr>
            <a:r>
              <a:t>- GitHub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技术简历撰写方法、项目经历 STAR 法则包装</a:t>
            </a:r>
          </a:p>
          <a:p>
            <a:pPr>
              <a:defRPr sz="1400"/>
            </a:pPr>
            <a:r>
              <a:t>技术简历撰写方法、项目经历 STAR 法则包装</a:t>
            </a:r>
          </a:p>
          <a:p>
            <a:pPr>
              <a:defRPr sz="1400"/>
            </a:pPr>
            <a:r>
              <a:t>今日以实战演练和职业准备为主。</a:t>
            </a:r>
          </a:p>
          <a:p>
            <a:pPr>
              <a:defRPr sz="1400"/>
            </a:pPr>
            <a:r>
              <a:t>简历 STAR 法则</a:t>
            </a:r>
          </a:p>
          <a:p>
            <a:pPr>
              <a:defRPr sz="1400"/>
            </a:pPr>
            <a:r>
              <a:t>- Situation: 项目背景</a:t>
            </a:r>
          </a:p>
          <a:p>
            <a:pPr>
              <a:defRPr sz="1400"/>
            </a:pPr>
            <a:r>
              <a:t>- Task: 你的任务</a:t>
            </a:r>
          </a:p>
          <a:p>
            <a:pPr>
              <a:defRPr sz="1400"/>
            </a:pPr>
            <a:r>
              <a:t>- Action: 你做了什么（技术栈、架构）</a:t>
            </a:r>
          </a:p>
          <a:p>
            <a:pPr>
              <a:defRPr sz="1400"/>
            </a:pPr>
            <a:r>
              <a:t>- Result: 量化成果（准确率、用户数、响应时间）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简历与作品集</a:t>
            </a:r>
          </a:p>
          <a:p>
            <a:pPr>
              <a:defRPr sz="1400"/>
            </a:pPr>
            <a:r>
              <a:t>- 完成个人简历 v2</a:t>
            </a:r>
          </a:p>
          <a:p>
            <a:pPr>
              <a:defRPr sz="1400"/>
            </a:pPr>
            <a:r>
              <a:t>- 整理 GitHub 主页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简历与作品集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day66_project/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请用自己的话解释「简历」是什么，并举一个与大模型开发相关的例子。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63-66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请用自己的话解释「STAR」是什么，并举一个与大模型开发相关的例子。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完成今日实操项目「简历与作品集」</a:t>
            </a:r>
          </a:p>
          <a:p>
            <a:pPr>
              <a:defRPr sz="1400"/>
            </a:pPr>
            <a:r>
              <a:t>2. 提交代码到 GitHub（commit message: Day 66: 简历与作品集）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请同学互评简历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