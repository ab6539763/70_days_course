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36: 阶段项目二（上）—— 企业级知识库问答系统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36: 阶段项目二（上）—— 企业级知识库问答系统</a:t>
            </a:r>
          </a:p>
          <a:p>
            <a:pPr>
              <a:defRPr sz="1400"/>
            </a:pPr>
            <a:r>
              <a:t>零基础大模型应用开发 70 天培训课程  第 36/70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36.1 企业知识库架构</a:t>
            </a:r>
          </a:p>
          <a:p>
            <a:pPr>
              <a:defRPr sz="1400"/>
            </a:pPr>
            <a:r>
              <a:t>┌─────────────┐     ┌─────────────┐     ┌─────────────┐</a:t>
            </a:r>
          </a:p>
          <a:p>
            <a:pPr>
              <a:defRPr sz="1400"/>
            </a:pPr>
            <a:r>
              <a:t>│  前端 React  │ ←→  │ FastAPI 后端 │ ←→  │  向量数据库  │</a:t>
            </a:r>
          </a:p>
          <a:p>
            <a:pPr>
              <a:defRPr sz="1400"/>
            </a:pPr>
            <a:r>
              <a:t>│  聊天界面    │     │  REST API   │     │  Chroma     │</a:t>
            </a:r>
          </a:p>
          <a:p>
            <a:pPr>
              <a:defRPr sz="1400"/>
            </a:pPr>
            <a:r>
              <a:t>└─────────────┘     └──────┬──────┘     └─────────────┘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┌─────────────┐</a:t>
            </a:r>
          </a:p>
          <a:p>
            <a:pPr>
              <a:defRPr sz="1400"/>
            </a:pPr>
            <a:r>
              <a:t>│  LLM API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需求分析、架构设计</a:t>
            </a:r>
          </a:p>
          <a:p>
            <a:pPr>
              <a:defRPr sz="1400"/>
            </a:pPr>
            <a:r>
              <a:t>- 文档处理与知识库构建</a:t>
            </a:r>
          </a:p>
          <a:p>
            <a:pPr>
              <a:defRPr sz="1400"/>
            </a:pPr>
            <a:r>
              <a:t>- 后端 API 开发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架构设计</a:t>
            </a:r>
          </a:p>
          <a:p>
            <a:pPr>
              <a:defRPr sz="1400"/>
            </a:pPr>
            <a:r>
              <a:t>- 文档上传</a:t>
            </a:r>
          </a:p>
          <a:p>
            <a:pPr>
              <a:defRPr sz="1400"/>
            </a:pPr>
            <a:r>
              <a:t>- 混合检索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需求分析、架构设计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需求分析、架构设计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34 的知识形成递进</a:t>
            </a:r>
          </a:p>
          <a:p>
            <a:pPr>
              <a:defRPr sz="1400"/>
            </a:pPr>
            <a:r>
              <a:t>- 为 Day 39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企业知识库后端</a:t>
            </a:r>
          </a:p>
          <a:p>
            <a:pPr>
              <a:defRPr sz="1400"/>
            </a:pPr>
            <a:r>
              <a:t>- 多格式文档上传接口</a:t>
            </a:r>
          </a:p>
          <a:p>
            <a:pPr>
              <a:defRPr sz="1400"/>
            </a:pPr>
            <a:r>
              <a:t>- 混合检索 + Rerank 接入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企业知识库后端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请用自己的话解释「架构设计」是什么，并举一个与大模型开发相关的例子。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33-36 所学填写）</a:t>
            </a:r>
          </a:p>
          <a:p>
            <a:pPr>
              <a:defRPr sz="1400"/>
            </a:pPr>
            <a:r>
              <a:t>- 后续应用: 将在 Day 43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请用自己的话解释「文档上传」是什么，并举一个与大模型开发相关的例子。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完成今日实操项目「企业知识库后端」</a:t>
            </a:r>
          </a:p>
          <a:p>
            <a:pPr>
              <a:defRPr sz="1400"/>
            </a:pPr>
            <a:r>
              <a:t>2. 提交代码到 GitHub（commit message: Day 36: 企业知识库后端）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绘制系统架构图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