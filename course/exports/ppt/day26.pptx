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26: LCEL 表达式与链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26: LCEL 表达式与链</a:t>
            </a:r>
          </a:p>
          <a:p>
            <a:pPr>
              <a:defRPr sz="1400"/>
            </a:pPr>
            <a:r>
              <a:t>零基础大模型应用开发 70 天培训课程  第 26/70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26.1 LCEL 管道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langchain_core.runnables import RunnablePassthrough, RunnableParallel</a:t>
            </a:r>
          </a:p>
          <a:p>
            <a:pPr>
              <a:defRPr sz="1400"/>
            </a:pPr>
            <a:r>
              <a:t>翻译 → 润色 → 摘要</a:t>
            </a:r>
          </a:p>
          <a:p>
            <a:pPr>
              <a:defRPr sz="1400"/>
            </a:pPr>
            <a:r>
              <a:t>translate_chain = translate_prompt  llm  StrOutputParser()</a:t>
            </a:r>
          </a:p>
          <a:p>
            <a:pPr>
              <a:defRPr sz="1400"/>
            </a:pPr>
            <a:r>
              <a:t>polish_chain = polish_prompt  llm  StrOutputParser()</a:t>
            </a:r>
          </a:p>
          <a:p>
            <a:pPr>
              <a:defRPr sz="1400"/>
            </a:pPr>
            <a:r>
              <a:t>summarize_chain = summarize_prompt  llm  StrOutputParser()</a:t>
            </a:r>
          </a:p>
          <a:p>
            <a:pPr>
              <a:defRPr sz="1400"/>
            </a:pPr>
            <a:r>
              <a:t>full_chain = (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25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LCEL(LangChain Expression Language)、管道符  、Runnable 接口</a:t>
            </a:r>
          </a:p>
          <a:p>
            <a:pPr>
              <a:defRPr sz="1400"/>
            </a:pPr>
            <a:r>
              <a:t>- OutputParser(StrOutputParser / JsonOutputParser / PydanticOutputParser)</a:t>
            </a:r>
          </a:p>
          <a:p>
            <a:pPr>
              <a:defRPr sz="1400"/>
            </a:pPr>
            <a:r>
              <a:t>- RunnablePassthrough、RunnableParallel、分支与路由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LCEL</a:t>
            </a:r>
          </a:p>
          <a:p>
            <a:pPr>
              <a:defRPr sz="1400"/>
            </a:pPr>
            <a:r>
              <a:t>- OutputParser</a:t>
            </a:r>
          </a:p>
          <a:p>
            <a:pPr>
              <a:defRPr sz="1400"/>
            </a:pPr>
            <a:r>
              <a:t>- Runnable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LCEL(LangChain Expression Language)、管道符  、Runnable 接口</a:t>
            </a:r>
          </a:p>
          <a:p>
            <a:pPr>
              <a:defRPr sz="1400"/>
            </a:pPr>
            <a:r>
              <a:t>为什么需要 LangChain？</a:t>
            </a:r>
          </a:p>
          <a:p>
            <a:pPr>
              <a:defRPr sz="1400"/>
            </a:pPr>
            <a:r>
              <a:t>纯 API 调用的痛点:</a:t>
            </a:r>
          </a:p>
          <a:p>
            <a:pPr>
              <a:defRPr sz="1400"/>
            </a:pPr>
            <a:r>
              <a:t>- 多模型切换需要改大量代码</a:t>
            </a:r>
          </a:p>
          <a:p>
            <a:pPr>
              <a:defRPr sz="1400"/>
            </a:pPr>
            <a:r>
              <a:t>- Prompt 管理混乱</a:t>
            </a:r>
          </a:p>
          <a:p>
            <a:pPr>
              <a:defRPr sz="1400"/>
            </a:pPr>
            <a:r>
              <a:t>- 链式调用难以维护</a:t>
            </a:r>
          </a:p>
          <a:p>
            <a:pPr>
              <a:defRPr sz="1400"/>
            </a:pPr>
            <a:r>
              <a:t>- 缺少 Memory、Retriever 等开箱即用组件</a:t>
            </a:r>
          </a:p>
          <a:p>
            <a:pPr>
              <a:defRPr sz="1400"/>
            </a:pPr>
            <a:r>
              <a:t>LCEL 管道语法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三级处理链</a:t>
            </a:r>
          </a:p>
          <a:p>
            <a:pPr>
              <a:defRPr sz="1400"/>
            </a:pPr>
            <a:r>
              <a:t>- 构建「翻译 → 润色 → 摘要」三级链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三级处理链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day26_project/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请用自己的话解释「LCEL」是什么，并举一个与大模型开发相关的例子。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23-26 所学填写）</a:t>
            </a:r>
          </a:p>
          <a:p>
            <a:pPr>
              <a:defRPr sz="1400"/>
            </a:pPr>
            <a:r>
              <a:t>- 后续应用: 将在 Day 33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请用自己的话解释「OutputParser」是什么，并举一个与大模型开发相关的例子。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完成今日实操项目「三级处理链」</a:t>
            </a:r>
          </a:p>
          <a:p>
            <a:pPr>
              <a:defRPr sz="1400"/>
            </a:pPr>
            <a:r>
              <a:t>2. 提交代码到 GitHub（commit message: Day 26: 三级处理链）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为链添加中间步骤日志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