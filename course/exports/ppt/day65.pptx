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65: 毕业答辩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65: 毕业答辩</a:t>
            </a:r>
          </a:p>
          <a:p>
            <a:pPr>
              <a:defRPr sz="1400"/>
            </a:pPr>
            <a:r>
              <a:t>零基础大模型应用开发 70 天培训课程  第 65/70 天  毕业设计与就业冲刺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64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每人 15 分钟演示 + 10 分钟答辩，企业评委参与打分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答辩</a:t>
            </a:r>
          </a:p>
          <a:p>
            <a:pPr>
              <a:defRPr sz="1400"/>
            </a:pPr>
            <a:r>
              <a:t>- 演示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6 阶段（毕业设计与就业冲刺） 的第 5 天。</a:t>
            </a:r>
          </a:p>
          <a:p>
            <a:pPr>
              <a:defRPr sz="1400"/>
            </a:pPr>
            <a:r>
              <a:t>今日主题「毕业答辩」是整条 70 天学习路径中的关键一环。请对照总路线图理解今天学什么、为什么学、后面哪里会用到。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每人 15 分钟演示 + 10 分钟答辩，企业评委参与打分</a:t>
            </a:r>
          </a:p>
          <a:p>
            <a:pPr>
              <a:defRPr sz="1400"/>
            </a:pPr>
            <a:r>
              <a:t>每人 15 分钟演示 + 10 分钟答辩，企业评委参与打分</a:t>
            </a:r>
          </a:p>
          <a:p>
            <a:pPr>
              <a:defRPr sz="1400"/>
            </a:pPr>
            <a:r>
              <a:t>今日以实战演练和职业准备为主。</a:t>
            </a:r>
          </a:p>
          <a:p>
            <a:pPr>
              <a:defRPr sz="1400"/>
            </a:pPr>
            <a:r>
              <a:t>简历 STAR 法则</a:t>
            </a:r>
          </a:p>
          <a:p>
            <a:pPr>
              <a:defRPr sz="1400"/>
            </a:pPr>
            <a:r>
              <a:t>- Situation: 项目背景</a:t>
            </a:r>
          </a:p>
          <a:p>
            <a:pPr>
              <a:defRPr sz="1400"/>
            </a:pPr>
            <a:r>
              <a:t>- Task: 你的任务</a:t>
            </a:r>
          </a:p>
          <a:p>
            <a:pPr>
              <a:defRPr sz="1400"/>
            </a:pPr>
            <a:r>
              <a:t>- Action: 你做了什么（技术栈、架构）</a:t>
            </a:r>
          </a:p>
          <a:p>
            <a:pPr>
              <a:defRPr sz="1400"/>
            </a:pPr>
            <a:r>
              <a:t>- Result: 量化成果（准确率、用户数、响应时间）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毕业答辩</a:t>
            </a:r>
          </a:p>
          <a:p>
            <a:pPr>
              <a:defRPr sz="1400"/>
            </a:pPr>
            <a:r>
              <a:t>- 答辩(续)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毕业答辩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day65_project/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请用自己的话解释「答辩」是什么，并举一个与大模型开发相关的例子。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62-65 所学填写）</a:t>
            </a:r>
          </a:p>
          <a:p>
            <a:pPr>
              <a:defRPr sz="1400"/>
            </a:pPr>
            <a:r>
              <a:t>- 后续应用: 将在 Day 70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请用自己的话解释「演示」是什么，并举一个与大模型开发相关的例子。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完成今日实操项目「毕业答辩」</a:t>
            </a:r>
          </a:p>
          <a:p>
            <a:pPr>
              <a:defRPr sz="1400"/>
            </a:pPr>
            <a:r>
              <a:t>2. 提交代码到 GitHub（commit message: Day 65: 毕业答辩）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整理答辩反馈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