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29: 向量数据库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29: 向量数据库</a:t>
            </a:r>
          </a:p>
          <a:p>
            <a:pPr>
              <a:defRPr sz="1400"/>
            </a:pPr>
            <a:r>
              <a:t>零基础大模型应用开发 70 天培训课程  第 29/70 天  LangChain 与 RAG 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29.1 Chroma 向量库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from langchain_community.vectorstores import Chroma</a:t>
            </a:r>
          </a:p>
          <a:p>
            <a:pPr>
              <a:defRPr sz="1400"/>
            </a:pPr>
            <a:r>
              <a:t>from langchain_openai import OpenAIEmbeddings</a:t>
            </a:r>
          </a:p>
          <a:p>
            <a:pPr>
              <a:defRPr sz="1400"/>
            </a:pPr>
            <a:r>
              <a:t>embeddings = OpenAIEmbeddings()</a:t>
            </a:r>
          </a:p>
          <a:p>
            <a:pPr>
              <a:defRPr sz="1400"/>
            </a:pPr>
            <a:r>
              <a:t>vectorstore = Chroma.from_documents(</a:t>
            </a:r>
          </a:p>
          <a:p>
            <a:pPr>
              <a:defRPr sz="1400"/>
            </a:pPr>
            <a:r>
              <a:t>documents=chunks,</a:t>
            </a:r>
          </a:p>
          <a:p>
            <a:pPr>
              <a:defRPr sz="1400"/>
            </a:pPr>
            <a:r>
              <a:t>embedding=embeddings,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28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向量数据库原理(ANN 检索、HNSW 索引通俗讲解)</a:t>
            </a:r>
          </a:p>
          <a:p>
            <a:pPr>
              <a:defRPr sz="1400"/>
            </a:pPr>
            <a:r>
              <a:t>- Chroma 快速上手：入库、检索、元数据过滤</a:t>
            </a:r>
          </a:p>
          <a:p>
            <a:pPr>
              <a:defRPr sz="1400"/>
            </a:pPr>
            <a:r>
              <a:t>- Milvus / FAISS / Pinecone 对比与选型；Retriever 接口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向量数据库</a:t>
            </a:r>
          </a:p>
          <a:p>
            <a:pPr>
              <a:defRPr sz="1400"/>
            </a:pPr>
            <a:r>
              <a:t>- Chroma</a:t>
            </a:r>
          </a:p>
          <a:p>
            <a:pPr>
              <a:defRPr sz="1400"/>
            </a:pPr>
            <a:r>
              <a:t>- Retriever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向量数据库原理(ANN 检索、HNSW 索引通俗讲解)</a:t>
            </a:r>
          </a:p>
          <a:p>
            <a:pPr>
              <a:defRPr sz="1400"/>
            </a:pPr>
            <a:r>
              <a:t>RAG 完整链路</a:t>
            </a:r>
          </a:p>
          <a:p>
            <a:pPr>
              <a:defRPr sz="1400"/>
            </a:pPr>
            <a:r>
              <a:t>文档 → 加载 → 分割 → 向量化 → 存储 → 检索 → 增强生成 → 回答</a:t>
            </a:r>
          </a:p>
          <a:p>
            <a:pPr>
              <a:defRPr sz="1400"/>
            </a:pPr>
            <a:r>
              <a:t>核心公式（通俗版）</a:t>
            </a:r>
          </a:p>
          <a:p>
            <a:pPr>
              <a:defRPr sz="1400"/>
            </a:pPr>
            <a:r>
              <a:t>用户问题 → 转成向量 → 在知识库中找最相似的文本块 → 塞进 Prompt → 大模型生成回答</a:t>
            </a:r>
          </a:p>
          <a:p>
            <a:pPr>
              <a:defRPr sz="1400"/>
            </a:pPr>
            <a:r>
              <a:t>关键参数</a:t>
            </a:r>
          </a:p>
          <a:p>
            <a:pPr>
              <a:defRPr sz="1400"/>
            </a:pPr>
            <a:r>
              <a:t>参数  作用  调优建议</a:t>
            </a:r>
          </a:p>
          <a:p>
            <a:pPr>
              <a:defRPr sz="1400"/>
            </a:pPr>
            <a:r>
              <a:t>chunk_size  每个文本块大小  300-1000 字符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Chroma 知识库检索</a:t>
            </a:r>
          </a:p>
          <a:p>
            <a:pPr>
              <a:defRPr sz="1400"/>
            </a:pPr>
            <a:r>
              <a:t>- 构建自己的知识库并做相似度检索测试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Chroma 知识库检索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day29_project/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请用自己的话解释「向量数据库」是什么，并举一个与大模型开发相关的例子。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26-29 所学填写）</a:t>
            </a:r>
          </a:p>
          <a:p>
            <a:pPr>
              <a:defRPr sz="1400"/>
            </a:pPr>
            <a:r>
              <a:t>- 后续应用: 将在 Day 36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请用自己的话解释「Chroma」是什么，并举一个与大模型开发相关的例子。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完成今日实操项目「Chroma 知识库检索」</a:t>
            </a:r>
          </a:p>
          <a:p>
            <a:pPr>
              <a:defRPr sz="1400"/>
            </a:pPr>
            <a:r>
              <a:t>2. 提交代码到 GitHub（commit message: Day 29: Chroma 知识库检索）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测试不同 top_k 值对召回的影响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