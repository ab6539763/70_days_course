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35: LlamaIndex 框架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35: LlamaIndex 框架</a:t>
            </a:r>
          </a:p>
          <a:p>
            <a:pPr>
              <a:defRPr sz="1400"/>
            </a:pPr>
            <a:r>
              <a:t>零基础大模型应用开发 70 天培训课程  第 35/70 天  LangChain 与 RAG 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35.1 LangChain vs LlamaIndex</a:t>
            </a:r>
          </a:p>
          <a:p>
            <a:pPr>
              <a:defRPr sz="1400"/>
            </a:pPr>
            <a:r>
              <a:t>维度  LangChain  LlamaIndex</a:t>
            </a:r>
          </a:p>
          <a:p>
            <a:pPr>
              <a:defRPr sz="1400"/>
            </a:pPr>
            <a:r>
              <a:t>定位  通用 LLM 应用框架  数据索引与 RAG 专精</a:t>
            </a:r>
          </a:p>
          <a:p>
            <a:pPr>
              <a:defRPr sz="1400"/>
            </a:pPr>
            <a:r>
              <a:t>优势  生态全、Agent 强  RAG 开箱即用、索引丰富</a:t>
            </a:r>
          </a:p>
          <a:p>
            <a:pPr>
              <a:defRPr sz="1400"/>
            </a:pPr>
            <a:r>
              <a:t>适合  Agent、复杂链  知识库问答、数据检索</a:t>
            </a:r>
          </a:p>
          <a:p>
            <a:pPr>
              <a:defRPr sz="1400"/>
            </a:pPr>
            <a:r>
              <a:t>学习曲线  较陡  较平缓</a:t>
            </a:r>
          </a:p>
          <a:p>
            <a:pPr>
              <a:defRPr sz="1400"/>
            </a:pPr>
            <a:r>
              <a:t>35.2 LlamaIndex 快速上手</a:t>
            </a:r>
          </a:p>
          <a:p>
            <a:pPr>
              <a:defRPr sz="1400"/>
            </a:pPr>
            <a:r>
              <a:t>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34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LlamaIndex 核心概念、与 LangChain 的对比与选型</a:t>
            </a:r>
          </a:p>
          <a:p>
            <a:pPr>
              <a:defRPr sz="1400"/>
            </a:pPr>
            <a:r>
              <a:t>- 用 LlamaIndex 快速重建知识库问答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LlamaIndex</a:t>
            </a:r>
          </a:p>
          <a:p>
            <a:pPr>
              <a:defRPr sz="1400"/>
            </a:pPr>
            <a:r>
              <a:t>- 框架选型</a:t>
            </a:r>
          </a:p>
          <a:p>
            <a:pPr>
              <a:defRPr sz="1400"/>
            </a:pPr>
            <a:r>
              <a:t>与课程主线的关系</a:t>
            </a:r>
          </a:p>
          <a:p>
            <a:pPr>
              <a:defRPr sz="1400"/>
            </a:pPr>
            <a:r>
              <a:t>今天是 第 3 阶段（LangChain 与 RAG 开发） 的第 11 天。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LlamaIndex 核心概念、与 LangChain 的对比与选型</a:t>
            </a:r>
          </a:p>
          <a:p>
            <a:pPr>
              <a:defRPr sz="1400"/>
            </a:pPr>
            <a:r>
              <a:t>为什么需要 LangChain？</a:t>
            </a:r>
          </a:p>
          <a:p>
            <a:pPr>
              <a:defRPr sz="1400"/>
            </a:pPr>
            <a:r>
              <a:t>纯 API 调用的痛点:</a:t>
            </a:r>
          </a:p>
          <a:p>
            <a:pPr>
              <a:defRPr sz="1400"/>
            </a:pPr>
            <a:r>
              <a:t>- 多模型切换需要改大量代码</a:t>
            </a:r>
          </a:p>
          <a:p>
            <a:pPr>
              <a:defRPr sz="1400"/>
            </a:pPr>
            <a:r>
              <a:t>- Prompt 管理混乱</a:t>
            </a:r>
          </a:p>
          <a:p>
            <a:pPr>
              <a:defRPr sz="1400"/>
            </a:pPr>
            <a:r>
              <a:t>- 链式调用难以维护</a:t>
            </a:r>
          </a:p>
          <a:p>
            <a:pPr>
              <a:defRPr sz="1400"/>
            </a:pPr>
            <a:r>
              <a:t>- 缺少 Memory、Retriever 等开箱即用组件</a:t>
            </a:r>
          </a:p>
          <a:p>
            <a:pPr>
              <a:defRPr sz="1400"/>
            </a:pPr>
            <a:r>
              <a:t>LCEL 管道语法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双框架对比实现</a:t>
            </a:r>
          </a:p>
          <a:p>
            <a:pPr>
              <a:defRPr sz="1400"/>
            </a:pPr>
            <a:r>
              <a:t>- 两个框架各自实现同一需求，写对比笔记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双框架对比实现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day35_project/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请用自己的话解释「LlamaIndex」是什么，并举一个与大模型开发相关的例子。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32-35 所学填写）</a:t>
            </a:r>
          </a:p>
          <a:p>
            <a:pPr>
              <a:defRPr sz="1400"/>
            </a:pPr>
            <a:r>
              <a:t>- 后续应用: 将在 Day 42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请用自己的话解释「框架选型」是什么，并举一个与大模型开发相关的例子。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完成今日实操项目「双框架对比实现」</a:t>
            </a:r>
          </a:p>
          <a:p>
            <a:pPr>
              <a:defRPr sz="1400"/>
            </a:pPr>
            <a:r>
              <a:t>2. 提交代码到 GitHub（commit message: Day 35: 双框架对比实现）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整理 LangChain vs LlamaIndex 选型决策树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