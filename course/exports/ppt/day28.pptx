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28: 文档加载与分割（RAG 第一步）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28: 文档加载与分割（RAG 第一步）</a:t>
            </a:r>
          </a:p>
          <a:p>
            <a:pPr>
              <a:defRPr sz="1400"/>
            </a:pPr>
            <a:r>
              <a:t>零基础大模型应用开发 70 天培训课程  第 28/70 天  LangChain 与 RAG 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28.1 文档加载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from langchain_community.document_loaders import (</a:t>
            </a:r>
          </a:p>
          <a:p>
            <a:pPr>
              <a:defRPr sz="1400"/>
            </a:pPr>
            <a:r>
              <a:t>PyPDFLoader, TextLoader, CSVLoader, WebBaseLoader</a:t>
            </a:r>
          </a:p>
          <a:p>
            <a:pPr>
              <a:defRPr sz="1400"/>
            </a:pPr>
            <a:r>
              <a:t>)</a:t>
            </a:r>
          </a:p>
          <a:p>
            <a:pPr>
              <a:defRPr sz="1400"/>
            </a:pPr>
            <a:r>
              <a:t>PDF</a:t>
            </a:r>
          </a:p>
          <a:p>
            <a:pPr>
              <a:defRPr sz="1400"/>
            </a:pPr>
            <a:r>
              <a:t>loader = PyPDFLoader("manual.pdf")</a:t>
            </a:r>
          </a:p>
          <a:p>
            <a:pPr>
              <a:defRPr sz="1400"/>
            </a:pPr>
            <a:r>
              <a:t>pages = loader.load()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27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Document Loaders: PDF、Word、Markdown、网页、CSV 加载实战</a:t>
            </a:r>
          </a:p>
          <a:p>
            <a:pPr>
              <a:defRPr sz="1400"/>
            </a:pPr>
            <a:r>
              <a:t>- 文本分割策略: CharacterTextSplitter、RecursiveCharacterTextSplitter</a:t>
            </a:r>
          </a:p>
          <a:p>
            <a:pPr>
              <a:defRPr sz="1400"/>
            </a:pPr>
            <a:r>
              <a:t>- chunk_size 与 chunk_overlap 调优实验、按语义/标题分割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Document Loader</a:t>
            </a:r>
          </a:p>
          <a:p>
            <a:pPr>
              <a:defRPr sz="1400"/>
            </a:pPr>
            <a:r>
              <a:t>- TextSplitter</a:t>
            </a:r>
          </a:p>
          <a:p>
            <a:pPr>
              <a:defRPr sz="1400"/>
            </a:pPr>
            <a:r>
              <a:t>- chunk 调优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Document Loaders: PDF、Word、Markdown、网页、CSV 加载实战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Document Loaders: PDF、Word、Markdown、网页、CSV 加载实战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26 的知识形成递进</a:t>
            </a:r>
          </a:p>
          <a:p>
            <a:pPr>
              <a:defRPr sz="1400"/>
            </a:pPr>
            <a:r>
              <a:t>- 为 Day 31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PDF 文档分割实战</a:t>
            </a:r>
          </a:p>
          <a:p>
            <a:pPr>
              <a:defRPr sz="1400"/>
            </a:pPr>
            <a:r>
              <a:t>- 把一本 PDF 电子书清洗并分割成高质量文本块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PDF 文档分割实战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day28_project/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请用自己的话解释「Document Loader」是什么，并举一个与大模型开发相关的例子。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25-28 所学填写）</a:t>
            </a:r>
          </a:p>
          <a:p>
            <a:pPr>
              <a:defRPr sz="1400"/>
            </a:pPr>
            <a:r>
              <a:t>- 后续应用: 将在 Day 35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请用自己的话解释「TextSplitter」是什么，并举一个与大模型开发相关的例子。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完成今日实操项目「PDF 文档分割实战」</a:t>
            </a:r>
          </a:p>
          <a:p>
            <a:pPr>
              <a:defRPr sz="1400"/>
            </a:pPr>
            <a:r>
              <a:t>2. 提交代码到 GitHub（commit message: Day 28: PDF 文档分割实战）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对比不同 chunk_size 的分块效果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