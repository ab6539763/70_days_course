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24: FastAPI 后端开发（下）+ 数据库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24: FastAPI 后端开发（下）+ 数据库</a:t>
            </a:r>
          </a:p>
          <a:p>
            <a:pPr>
              <a:defRPr sz="1400"/>
            </a:pPr>
            <a:r>
              <a:t>零基础大模型应用开发 70 天培训课程  第 24/70 天  大模型基础理论与 Prompt 工程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24.1 SSE 流式接口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from fastapi import FastAPI</a:t>
            </a:r>
          </a:p>
          <a:p>
            <a:pPr>
              <a:defRPr sz="1400"/>
            </a:pPr>
            <a:r>
              <a:t>from fastapi.responses import StreamingResponse</a:t>
            </a:r>
          </a:p>
          <a:p>
            <a:pPr>
              <a:defRPr sz="1400"/>
            </a:pPr>
            <a:r>
              <a:t>@app.post("/chat/stream")</a:t>
            </a:r>
          </a:p>
          <a:p>
            <a:pPr>
              <a:defRPr sz="1400"/>
            </a:pPr>
            <a:r>
              <a:t>async def chat_stream(req: ChatRequest):</a:t>
            </a:r>
          </a:p>
          <a:p>
            <a:pPr>
              <a:defRPr sz="1400"/>
            </a:pPr>
            <a:r>
              <a:t>async def generate():</a:t>
            </a:r>
          </a:p>
          <a:p>
            <a:pPr>
              <a:defRPr sz="1400"/>
            </a:pPr>
            <a:r>
              <a:t>async for chunk in llm_stream(req.message):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23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SSE 流式接口（对接大模型流式输出）、CORS 跨域</a:t>
            </a:r>
          </a:p>
          <a:p>
            <a:pPr>
              <a:defRPr sz="1400"/>
            </a:pPr>
            <a:r>
              <a:t>- SQLite + SQLAlchemy 基础（保存对话历史到数据库）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SSE</a:t>
            </a:r>
          </a:p>
          <a:p>
            <a:pPr>
              <a:defRPr sz="1400"/>
            </a:pPr>
            <a:r>
              <a:t>- CORS</a:t>
            </a:r>
          </a:p>
          <a:p>
            <a:pPr>
              <a:defRPr sz="1400"/>
            </a:pPr>
            <a:r>
              <a:t>- SQLAlchemy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SSE 流式接口（对接大模型流式输出）、CORS 跨域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SSE 流式接口（对接大模型流式输出）、CORS 跨域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22 的知识形成递进</a:t>
            </a:r>
          </a:p>
          <a:p>
            <a:pPr>
              <a:defRPr sz="1400"/>
            </a:pPr>
            <a:r>
              <a:t>- 为 Day 27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网页版 ChatGPT 克隆</a:t>
            </a:r>
          </a:p>
          <a:p>
            <a:pPr>
              <a:defRPr sz="1400"/>
            </a:pPr>
            <a:r>
              <a:t>- 前后端联调：网页版 ChatGPT 克隆（带流式打字机效果）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网页版 ChatGPT 克隆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day24_project/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请用自己的话解释「SSE」是什么，并举一个与大模型开发相关的例子。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21-24 所学填写）</a:t>
            </a:r>
          </a:p>
          <a:p>
            <a:pPr>
              <a:defRPr sz="1400"/>
            </a:pPr>
            <a:r>
              <a:t>- 后续应用: 将在 Day 31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请用自己的话解释「CORS」是什么，并举一个与大模型开发相关的例子。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完成今日实操项目「网页版 ChatGPT 克隆」</a:t>
            </a:r>
          </a:p>
          <a:p>
            <a:pPr>
              <a:defRPr sz="1400"/>
            </a:pPr>
            <a:r>
              <a:t>2. 提交代码到 GitHub（commit message: Day 24: 网页版 ChatGPT 克隆）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部署到本地并录制演示 GIF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