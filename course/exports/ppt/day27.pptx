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27: Memory 记忆机制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27: Memory 记忆机制</a:t>
            </a:r>
          </a:p>
          <a:p>
            <a:pPr>
              <a:defRPr sz="1400"/>
            </a:pPr>
            <a:r>
              <a:t>零基础大模型应用开发 70 天培训课程  第 27/70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27.1 多会话记忆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langchain_community.chat_message_histories import ChatMessageHistory</a:t>
            </a:r>
          </a:p>
          <a:p>
            <a:pPr>
              <a:defRPr sz="1400"/>
            </a:pPr>
            <a:r>
              <a:t>from langchain_core.runnables.history import RunnableWithMessageHistory</a:t>
            </a:r>
          </a:p>
          <a:p>
            <a:pPr>
              <a:defRPr sz="1400"/>
            </a:pPr>
            <a:r>
              <a:t>store = {}</a:t>
            </a:r>
          </a:p>
          <a:p>
            <a:pPr>
              <a:defRPr sz="1400"/>
            </a:pPr>
            <a:r>
              <a:t>def get_session_history(session_id: str):</a:t>
            </a:r>
          </a:p>
          <a:p>
            <a:pPr>
              <a:defRPr sz="1400"/>
            </a:pPr>
            <a:r>
              <a:t>if session_id not in store:</a:t>
            </a:r>
          </a:p>
          <a:p>
            <a:pPr>
              <a:defRPr sz="1400"/>
            </a:pPr>
            <a:r>
              <a:t>store[session_id] = ChatMessageHistory()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26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对话记忆原理、ChatMessageHistory、RunnableWithMessageHistory</a:t>
            </a:r>
          </a:p>
          <a:p>
            <a:pPr>
              <a:defRPr sz="1400"/>
            </a:pPr>
            <a:r>
              <a:t>- 窗口记忆、摘要记忆、基于数据库的持久化记忆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Memory</a:t>
            </a:r>
          </a:p>
          <a:p>
            <a:pPr>
              <a:defRPr sz="1400"/>
            </a:pPr>
            <a:r>
              <a:t>- session_id</a:t>
            </a:r>
          </a:p>
          <a:p>
            <a:pPr>
              <a:defRPr sz="1400"/>
            </a:pPr>
            <a:r>
              <a:t>- 持久化记忆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对话记忆原理、ChatMessageHistory、RunnableWithMessageHistory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对话记忆原理、ChatMessageHistory、RunnableWithMessageHistory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25 的知识形成递进</a:t>
            </a:r>
          </a:p>
          <a:p>
            <a:pPr>
              <a:defRPr sz="1400"/>
            </a:pPr>
            <a:r>
              <a:t>- 为 Day 30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多会话记忆管理</a:t>
            </a:r>
          </a:p>
          <a:p>
            <a:pPr>
              <a:defRPr sz="1400"/>
            </a:pPr>
            <a:r>
              <a:t>- 给聊天应用加上多会话记忆管理(session_id 隔离)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多会话记忆管理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day27_project/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请用自己的话解释「Memory」是什么，并举一个与大模型开发相关的例子。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24-27 所学填写）</a:t>
            </a:r>
          </a:p>
          <a:p>
            <a:pPr>
              <a:defRPr sz="1400"/>
            </a:pPr>
            <a:r>
              <a:t>- 后续应用: 将在 Day 34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请用自己的话解释「session_id」是什么，并举一个与大模型开发相关的例子。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完成今日实操项目「多会话记忆管理」</a:t>
            </a:r>
          </a:p>
          <a:p>
            <a:pPr>
              <a:defRPr sz="1400"/>
            </a:pPr>
            <a:r>
              <a:t>2. 提交代码到 GitHub（commit message: Day 27: 多会话记忆管理）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对比窗口记忆 vs 摘要记忆的效果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