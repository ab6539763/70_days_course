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15: 大模型原理科普（无需数学基础）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15: 大模型原理科普（无需数学基础）</a:t>
            </a:r>
          </a:p>
          <a:p>
            <a:pPr>
              <a:defRPr sz="1400"/>
            </a:pPr>
            <a:r>
              <a:t>零基础大模型应用开发 70 天培训课程  第 15/70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3 周: 大模型原理与 API</a:t>
            </a:r>
          </a:p>
          <a:p>
            <a:pPr>
              <a:defRPr sz="1400"/>
            </a:pPr>
            <a:r>
              <a:t>Transformer → API 参数 → Prompt 基础 → CoT → Function Calling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多工具 AI 助手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15.1 NLP 发展简史</a:t>
            </a:r>
          </a:p>
          <a:p>
            <a:pPr>
              <a:defRPr sz="1400"/>
            </a:pPr>
            <a:r>
              <a:t>1950s  规则系统     →  if "天气" in text: return "查天气"</a:t>
            </a:r>
          </a:p>
          <a:p>
            <a:pPr>
              <a:defRPr sz="1400"/>
            </a:pPr>
            <a:r>
              <a:t>1990s  统计方法     →  贝叶斯、HMM</a:t>
            </a:r>
          </a:p>
          <a:p>
            <a:pPr>
              <a:defRPr sz="1400"/>
            </a:pPr>
            <a:r>
              <a:t>2013   Word2Vec    →  词向量</a:t>
            </a:r>
          </a:p>
          <a:p>
            <a:pPr>
              <a:defRPr sz="1400"/>
            </a:pPr>
            <a:r>
              <a:t>2017   Transformer →  注意力机制（革命！）</a:t>
            </a:r>
          </a:p>
          <a:p>
            <a:pPr>
              <a:defRPr sz="1400"/>
            </a:pPr>
            <a:r>
              <a:t>2018   GPT/BERT    →  预训练范式</a:t>
            </a:r>
          </a:p>
          <a:p>
            <a:pPr>
              <a:defRPr sz="1400"/>
            </a:pPr>
            <a:r>
              <a:t>2022   ChatGPT     →  大模型应用爆发</a:t>
            </a:r>
          </a:p>
          <a:p>
            <a:pPr>
              <a:defRPr sz="1400"/>
            </a:pPr>
            <a:r>
              <a:t>2024+  Agent/RAG   →  应用开发黄金期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NLP 发展简史：从规则到统计到神经网络到 Transformer</a:t>
            </a:r>
          </a:p>
          <a:p>
            <a:pPr>
              <a:defRPr sz="1400"/>
            </a:pPr>
            <a:r>
              <a:t>- 通俗理解 Transformer：注意力机制是什么（类比讲解）</a:t>
            </a:r>
          </a:p>
          <a:p>
            <a:pPr>
              <a:defRPr sz="1400"/>
            </a:pPr>
            <a:r>
              <a:t>- 预训练、SFT、RLHF 三阶段；Token 是什么、分词器演示</a:t>
            </a:r>
          </a:p>
          <a:p>
            <a:pPr>
              <a:defRPr sz="1400"/>
            </a:pPr>
            <a:r>
              <a:t>- 主流模型盘点：GPT 系列、Claude、DeepSeek、Qwen、Llama、GLM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Transformer 科普</a:t>
            </a:r>
          </a:p>
          <a:p>
            <a:pPr>
              <a:defRPr sz="1400"/>
            </a:pPr>
            <a:r>
              <a:t>-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NLP 发展简史：从规则到统计到神经网络到 Transformer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NLP 发展简史：从规则到统计到神经网络到 Transformer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13 的知识形成递进</a:t>
            </a:r>
          </a:p>
          <a:p>
            <a:pPr>
              <a:defRPr sz="1400"/>
            </a:pPr>
            <a:r>
              <a:t>- 为 Day 18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Token 成本估算实验</a:t>
            </a:r>
          </a:p>
          <a:p>
            <a:pPr>
              <a:defRPr sz="1400"/>
            </a:pPr>
            <a:r>
              <a:t>- 用 tiktoken 计算 token 数，估算 API 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Token 成本估算实验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请用自己的话解释「Transformer 科普」是什么，并举一个与大模型开发相关的例子。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12-15 所学填写）</a:t>
            </a:r>
          </a:p>
          <a:p>
            <a:pPr>
              <a:defRPr sz="1400"/>
            </a:pPr>
            <a:r>
              <a:t>- 后续应用: 将在 Day 22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请用自己的话解释「Token」是什么，并举一个与大模型开发相关的例子。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完成今日实操项目「Token 成本估算实验」</a:t>
            </a:r>
          </a:p>
          <a:p>
            <a:pPr>
              <a:defRPr sz="1400"/>
            </a:pPr>
            <a:r>
              <a:t>2. 提交代码到 GitHub（commit message: Day 15: Token 成本估算实验）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对比不同模型的 token 单价表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