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3: 流程控制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3: 流程控制</a:t>
            </a:r>
          </a:p>
          <a:p>
            <a:pPr>
              <a:defRPr sz="1400"/>
            </a:pPr>
            <a:r>
              <a:t>零基础大模型应用开发 70 天培训课程  第 3/70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3.1 if/elif/else 条件判断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score = 85</a:t>
            </a:r>
          </a:p>
          <a:p>
            <a:pPr>
              <a:defRPr sz="1400"/>
            </a:pPr>
            <a:r>
              <a:t>if score = 90:</a:t>
            </a:r>
          </a:p>
          <a:p>
            <a:pPr>
              <a:defRPr sz="1400"/>
            </a:pPr>
            <a:r>
              <a:t>grade = "A"</a:t>
            </a:r>
          </a:p>
          <a:p>
            <a:pPr>
              <a:defRPr sz="1400"/>
            </a:pPr>
            <a:r>
              <a:t>elif score = 80:</a:t>
            </a:r>
          </a:p>
          <a:p>
            <a:pPr>
              <a:defRPr sz="1400"/>
            </a:pPr>
            <a:r>
              <a:t>grade = "B"</a:t>
            </a:r>
          </a:p>
          <a:p>
            <a:pPr>
              <a:defRPr sz="1400"/>
            </a:pPr>
            <a:r>
              <a:t>elif score = 60: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完整项目代码（可直接运行）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文件: day03_guess_number.py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"""Day 3: 猜数字游戏"""</a:t>
            </a:r>
          </a:p>
          <a:p>
            <a:pPr>
              <a:defRPr sz="1400"/>
            </a:pPr>
            <a:r>
              <a:t>import random</a:t>
            </a:r>
          </a:p>
          <a:p>
            <a:pPr>
              <a:defRPr sz="1400"/>
            </a:pPr>
            <a:r>
              <a:t>def guess_number_game():</a:t>
            </a:r>
          </a:p>
          <a:p>
            <a:pPr>
              <a:defRPr sz="1400"/>
            </a:pPr>
            <a:r>
              <a:t>target = random.randint(1, 100)</a:t>
            </a:r>
          </a:p>
          <a:p>
            <a:pPr>
              <a:defRPr sz="1400"/>
            </a:pPr>
            <a:r>
              <a:t>attempts = 0</a:t>
            </a:r>
          </a:p>
          <a:p>
            <a:pPr>
              <a:defRPr sz="1400"/>
            </a:pPr>
            <a:r>
              <a:t>print("🎮 猜数字游戏！范围 1-100")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if/elif/else 条件判断、嵌套条件</a:t>
            </a:r>
          </a:p>
          <a:p>
            <a:pPr>
              <a:defRPr sz="1400"/>
            </a:pPr>
            <a:r>
              <a:t>- while 循环、for 循环、range、break/continue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条件分支</a:t>
            </a:r>
          </a:p>
          <a:p>
            <a:pPr>
              <a:defRPr sz="1400"/>
            </a:pPr>
            <a:r>
              <a:t>- 循环</a:t>
            </a:r>
          </a:p>
          <a:p>
            <a:pPr>
              <a:defRPr sz="1400"/>
            </a:pPr>
            <a:r>
              <a:t>- 用户交互菜单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if/elif/else 条件判断、嵌套条件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if/elif/else 条件判断、嵌套条件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1 的知识形成递进</a:t>
            </a:r>
          </a:p>
          <a:p>
            <a:pPr>
              <a:defRPr sz="1400"/>
            </a:pPr>
            <a:r>
              <a:t>- 为 Day 6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猜数字游戏 + 简易菜单系统</a:t>
            </a:r>
          </a:p>
          <a:p>
            <a:pPr>
              <a:defRPr sz="1400"/>
            </a:pPr>
            <a:r>
              <a:t>- 猜数字游戏</a:t>
            </a:r>
          </a:p>
          <a:p>
            <a:pPr>
              <a:defRPr sz="1400"/>
            </a:pPr>
            <a:r>
              <a:t>- 九九乘法表</a:t>
            </a:r>
          </a:p>
          <a:p>
            <a:pPr>
              <a:defRPr sz="1400"/>
            </a:pPr>
            <a:r>
              <a:t>- 简易菜单系统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猜数字游戏 + 简易菜单系统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day03_project/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请用自己的话解释「条件分支」是什么，并举一个与大模型开发相关的例子。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1-3 所学填写）</a:t>
            </a:r>
          </a:p>
          <a:p>
            <a:pPr>
              <a:defRPr sz="1400"/>
            </a:pPr>
            <a:r>
              <a:t>- 后续应用: 将在 Day 10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请用自己的话解释「循环」是什么，并举一个与大模型开发相关的例子。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完成今日实操项目「猜数字游戏 + 简易菜单系统」</a:t>
            </a:r>
          </a:p>
          <a:p>
            <a:pPr>
              <a:defRPr sz="1400"/>
            </a:pPr>
            <a:r>
              <a:t>2. 提交代码到 GitHub（commit message: Day 3: 猜数字游戏 + 简易菜单系统）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LeetCode 简单题 2 道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