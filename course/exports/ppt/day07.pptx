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7: 第一周复习与周测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7: 第一周复习与周测</a:t>
            </a:r>
          </a:p>
          <a:p>
            <a:pPr>
              <a:defRPr sz="1400"/>
            </a:pPr>
            <a:r>
              <a:t>零基础大模型应用开发 70 天培训课程  第 7/70 天  Python 编程基础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7.1 第一周知识串讲</a:t>
            </a:r>
          </a:p>
          <a:p>
            <a:pPr>
              <a:defRPr sz="1400"/>
            </a:pPr>
            <a:r>
              <a:t>Day  主题  核心技能  后续应用</a:t>
            </a:r>
          </a:p>
          <a:p>
            <a:pPr>
              <a:defRPr sz="1400"/>
            </a:pPr>
            <a:r>
              <a:t>1  变量与类型  int/str/bool  一切基础</a:t>
            </a:r>
          </a:p>
          <a:p>
            <a:pPr>
              <a:defRPr sz="1400"/>
            </a:pPr>
            <a:r>
              <a:t>2  字符串  f-string  Prompt 模板</a:t>
            </a:r>
          </a:p>
          <a:p>
            <a:pPr>
              <a:defRPr sz="1400"/>
            </a:pPr>
            <a:r>
              <a:t>3  流程控制  if/while/for  菜单与指令</a:t>
            </a:r>
          </a:p>
          <a:p>
            <a:pPr>
              <a:defRPr sz="1400"/>
            </a:pPr>
            <a:r>
              <a:t>4  列表/元组/集合  list 操作  messages 列表</a:t>
            </a:r>
          </a:p>
          <a:p>
            <a:pPr>
              <a:defRPr sz="1400"/>
            </a:pPr>
            <a:r>
              <a:t>5  字典/JSON  json 模块  API 交互</a:t>
            </a:r>
          </a:p>
          <a:p>
            <a:pPr>
              <a:defRPr sz="1400"/>
            </a:pPr>
            <a:r>
              <a:t>6  函数  def/lambda  代码组织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知识点串讲、答疑</a:t>
            </a:r>
          </a:p>
          <a:p>
            <a:pPr>
              <a:defRPr sz="1400"/>
            </a:pPr>
            <a:r>
              <a:t>- 周测（笔试 + 上机）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第一周综合</a:t>
            </a:r>
          </a:p>
          <a:p>
            <a:pPr>
              <a:defRPr sz="1400"/>
            </a:pPr>
            <a:r>
              <a:t>- JSON 持久化</a:t>
            </a:r>
          </a:p>
          <a:p>
            <a:pPr>
              <a:defRPr sz="1400"/>
            </a:pPr>
            <a:r>
              <a:t>- CRUD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知识点串讲、答疑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知识点串讲、答疑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5 的知识形成递进</a:t>
            </a:r>
          </a:p>
          <a:p>
            <a:pPr>
              <a:defRPr sz="1400"/>
            </a:pPr>
            <a:r>
              <a:t>- 为 Day 10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通讯录管理系统</a:t>
            </a:r>
          </a:p>
          <a:p>
            <a:pPr>
              <a:defRPr sz="1400"/>
            </a:pPr>
            <a:r>
              <a:t>- 命令行版「通讯录管理系统」（增删改查 + JSON 持久化）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通讯录管理系统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day07_project/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请用自己的话解释「第一周综合」是什么，并举一个与大模型开发相关的例子。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4-7 所学填写）</a:t>
            </a:r>
          </a:p>
          <a:p>
            <a:pPr>
              <a:defRPr sz="1400"/>
            </a:pPr>
            <a:r>
              <a:t>- 后续应用: 将在 Day 14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请用自己的话解释「JSON 持久化」是什么，并举一个与大模型开发相关的例子。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完成今日实操项目「通讯录管理系统」</a:t>
            </a:r>
          </a:p>
          <a:p>
            <a:pPr>
              <a:defRPr sz="1400"/>
            </a:pPr>
            <a:r>
              <a:t>2. 提交代码到 GitHub（commit message: Day 7: 通讯录管理系统）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整理本周 Git 提交记录，写学习笔记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