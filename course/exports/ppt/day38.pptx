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38: 项目答辩与代码评审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38: 项目答辩与代码评审</a:t>
            </a:r>
          </a:p>
          <a:p>
            <a:pPr>
              <a:defRPr sz="1400"/>
            </a:pPr>
            <a:r>
              <a:t>零基础大模型应用开发 70 天培训课程  第 38/70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37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每人 10 分钟项目演示与答辩</a:t>
            </a:r>
          </a:p>
          <a:p>
            <a:pPr>
              <a:defRPr sz="1400"/>
            </a:pPr>
            <a:r>
              <a:t>- 讲师逐一代码评审、优秀代码分享、重构建议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答辩</a:t>
            </a:r>
          </a:p>
          <a:p>
            <a:pPr>
              <a:defRPr sz="1400"/>
            </a:pPr>
            <a:r>
              <a:t>- 代码评审</a:t>
            </a:r>
          </a:p>
          <a:p>
            <a:pPr>
              <a:defRPr sz="1400"/>
            </a:pPr>
            <a:r>
              <a:t>- 重构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每人 10 分钟项目演示与答辩</a:t>
            </a:r>
          </a:p>
          <a:p>
            <a:pPr>
              <a:defRPr sz="1400"/>
            </a:pPr>
            <a:r>
              <a:t>每人 10 分钟项目演示与答辩</a:t>
            </a:r>
          </a:p>
          <a:p>
            <a:pPr>
              <a:defRPr sz="1400"/>
            </a:pPr>
            <a:r>
              <a:t>今日以实战演练和职业准备为主。</a:t>
            </a:r>
          </a:p>
          <a:p>
            <a:pPr>
              <a:defRPr sz="1400"/>
            </a:pPr>
            <a:r>
              <a:t>简历 STAR 法则</a:t>
            </a:r>
          </a:p>
          <a:p>
            <a:pPr>
              <a:defRPr sz="1400"/>
            </a:pPr>
            <a:r>
              <a:t>- Situation: 项目背景</a:t>
            </a:r>
          </a:p>
          <a:p>
            <a:pPr>
              <a:defRPr sz="1400"/>
            </a:pPr>
            <a:r>
              <a:t>- Task: 你的任务</a:t>
            </a:r>
          </a:p>
          <a:p>
            <a:pPr>
              <a:defRPr sz="1400"/>
            </a:pPr>
            <a:r>
              <a:t>- Action: 你做了什么（技术栈、架构）</a:t>
            </a:r>
          </a:p>
          <a:p>
            <a:pPr>
              <a:defRPr sz="1400"/>
            </a:pPr>
            <a:r>
              <a:t>- Result: 量化成果（准确率、用户数、响应时间）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项目二答辩</a:t>
            </a:r>
          </a:p>
          <a:p>
            <a:pPr>
              <a:defRPr sz="1400"/>
            </a:pPr>
            <a:r>
              <a:t>- 根据评审意见优化项目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项目二答辩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day38_project/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请用自己的话解释「答辩」是什么，并举一个与大模型开发相关的例子。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35-38 所学填写）</a:t>
            </a:r>
          </a:p>
          <a:p>
            <a:pPr>
              <a:defRPr sz="1400"/>
            </a:pPr>
            <a:r>
              <a:t>- 后续应用: 将在 Day 45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请用自己的话解释「代码评审」是什么，并举一个与大模型开发相关的例子。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完成今日实操项目「项目二答辩」</a:t>
            </a:r>
          </a:p>
          <a:p>
            <a:pPr>
              <a:defRPr sz="1400"/>
            </a:pPr>
            <a:r>
              <a:t>2. 提交代码到 GitHub（commit message: Day 38: 项目二答辩）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整理项目 README 与技术博客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